
<file path=[Content_Types].xml><?xml version="1.0" encoding="utf-8"?>
<Types xmlns="http://schemas.openxmlformats.org/package/2006/content-types">
  <Default Extension="jpeg" ContentType="image/jpeg"/>
  <Default Extension="png" ContentType="image/png"/>
  <Default Extension="wdp" ContentType="image/vnd.ms-photo"/>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70" r:id="rId3"/>
    <p:sldId id="450" r:id="rId5"/>
    <p:sldId id="448" r:id="rId6"/>
    <p:sldId id="449" r:id="rId7"/>
    <p:sldId id="445" r:id="rId8"/>
    <p:sldId id="441" r:id="rId9"/>
    <p:sldId id="442" r:id="rId10"/>
    <p:sldId id="443" r:id="rId11"/>
    <p:sldId id="444" r:id="rId12"/>
    <p:sldId id="446" r:id="rId13"/>
    <p:sldId id="447" r:id="rId14"/>
    <p:sldId id="461" r:id="rId15"/>
    <p:sldId id="462" r:id="rId16"/>
    <p:sldId id="463" r:id="rId17"/>
    <p:sldId id="464" r:id="rId18"/>
    <p:sldId id="465" r:id="rId19"/>
    <p:sldId id="466" r:id="rId20"/>
    <p:sldId id="467" r:id="rId21"/>
    <p:sldId id="469" r:id="rId22"/>
    <p:sldId id="470" r:id="rId23"/>
    <p:sldId id="471" r:id="rId24"/>
    <p:sldId id="472" r:id="rId25"/>
    <p:sldId id="473" r:id="rId26"/>
    <p:sldId id="474" r:id="rId27"/>
    <p:sldId id="475" r:id="rId28"/>
    <p:sldId id="506" r:id="rId29"/>
    <p:sldId id="476" r:id="rId30"/>
    <p:sldId id="477" r:id="rId31"/>
    <p:sldId id="478" r:id="rId32"/>
    <p:sldId id="479" r:id="rId33"/>
    <p:sldId id="480" r:id="rId34"/>
    <p:sldId id="481" r:id="rId35"/>
    <p:sldId id="482" r:id="rId36"/>
    <p:sldId id="483" r:id="rId37"/>
    <p:sldId id="484" r:id="rId38"/>
    <p:sldId id="485" r:id="rId39"/>
    <p:sldId id="486" r:id="rId40"/>
    <p:sldId id="487" r:id="rId41"/>
    <p:sldId id="488" r:id="rId42"/>
    <p:sldId id="489" r:id="rId43"/>
    <p:sldId id="490" r:id="rId44"/>
    <p:sldId id="491" r:id="rId45"/>
    <p:sldId id="507" r:id="rId46"/>
    <p:sldId id="492" r:id="rId47"/>
    <p:sldId id="495" r:id="rId48"/>
    <p:sldId id="496" r:id="rId49"/>
    <p:sldId id="497" r:id="rId50"/>
    <p:sldId id="498" r:id="rId51"/>
    <p:sldId id="499" r:id="rId52"/>
    <p:sldId id="500" r:id="rId53"/>
    <p:sldId id="501" r:id="rId54"/>
    <p:sldId id="502" r:id="rId55"/>
    <p:sldId id="503" r:id="rId56"/>
    <p:sldId id="504" r:id="rId57"/>
    <p:sldId id="508" r:id="rId58"/>
    <p:sldId id="509" r:id="rId59"/>
    <p:sldId id="510" r:id="rId60"/>
    <p:sldId id="511" r:id="rId61"/>
    <p:sldId id="512" r:id="rId62"/>
    <p:sldId id="541" r:id="rId63"/>
    <p:sldId id="542" r:id="rId64"/>
    <p:sldId id="440" r:id="rId65"/>
  </p:sldIdLst>
  <p:sldSz cx="12192000" cy="6858000"/>
  <p:notesSz cx="6858000" cy="9144000"/>
  <p:custDataLst>
    <p:tags r:id="rId7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initials="c"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5E77"/>
    <a:srgbClr val="414455"/>
    <a:srgbClr val="4C4F64"/>
    <a:srgbClr val="C00000"/>
    <a:srgbClr val="A6A6A6"/>
    <a:srgbClr val="E20000"/>
    <a:srgbClr val="14B28B"/>
    <a:srgbClr val="0D0D0D"/>
    <a:srgbClr val="18D2A6"/>
    <a:srgbClr val="22E6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68" autoAdjust="0"/>
    <p:restoredTop sz="97340" autoAdjust="0"/>
  </p:normalViewPr>
  <p:slideViewPr>
    <p:cSldViewPr showGuides="1">
      <p:cViewPr varScale="1">
        <p:scale>
          <a:sx n="111" d="100"/>
          <a:sy n="111" d="100"/>
        </p:scale>
        <p:origin x="100" y="120"/>
      </p:cViewPr>
      <p:guideLst>
        <p:guide orient="horz"/>
        <p:guide pos="7247"/>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gs" Target="tags/tag26.xml"/><Relationship Id="rId7" Type="http://schemas.openxmlformats.org/officeDocument/2006/relationships/slide" Target="slides/slide4.xml"/><Relationship Id="rId69" Type="http://schemas.openxmlformats.org/officeDocument/2006/relationships/commentAuthors" Target="commentAuthors.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8F470D9-DEB8-48B6-B909-7A1C28DC5753}"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99375FCE-87E8-46F9-BC86-F29014F005E7}">
      <dgm:prSet phldrT="[文本]" custT="1"/>
      <dgm:spPr/>
      <dgm:t>
        <a:bodyPr/>
        <a:lstStyle/>
        <a:p>
          <a:pPr>
            <a:lnSpc>
              <a:spcPct val="100000"/>
            </a:lnSpc>
          </a:pPr>
          <a:r>
            <a:rPr lang="zh-CN" altLang="en-US" sz="1600"/>
            <a:t>数据类型</a:t>
          </a:r>
        </a:p>
      </dgm:t>
    </dgm:pt>
    <dgm:pt modelId="{8CC52FBD-1242-43F0-B5EF-F144C49B322A}" cxnId="{FA25683D-CFAB-4CE2-948D-A5988CCBA8F3}" type="parTrans">
      <dgm:prSet/>
      <dgm:spPr/>
      <dgm:t>
        <a:bodyPr/>
        <a:lstStyle/>
        <a:p>
          <a:pPr>
            <a:lnSpc>
              <a:spcPct val="100000"/>
            </a:lnSpc>
          </a:pPr>
          <a:endParaRPr lang="zh-CN" altLang="en-US"/>
        </a:p>
      </dgm:t>
    </dgm:pt>
    <dgm:pt modelId="{791787EA-4894-4E22-94D2-4A4D45D1BB7B}" cxnId="{FA25683D-CFAB-4CE2-948D-A5988CCBA8F3}" type="sibTrans">
      <dgm:prSet/>
      <dgm:spPr/>
      <dgm:t>
        <a:bodyPr/>
        <a:lstStyle/>
        <a:p>
          <a:pPr>
            <a:lnSpc>
              <a:spcPct val="100000"/>
            </a:lnSpc>
          </a:pPr>
          <a:endParaRPr lang="zh-CN" altLang="en-US"/>
        </a:p>
      </dgm:t>
    </dgm:pt>
    <dgm:pt modelId="{5DB50963-ADBA-4EEA-BB4B-10198EC57587}">
      <dgm:prSet phldrT="[文本]" custT="1"/>
      <dgm:spPr/>
      <dgm:t>
        <a:bodyPr/>
        <a:lstStyle/>
        <a:p>
          <a:pPr>
            <a:lnSpc>
              <a:spcPct val="100000"/>
            </a:lnSpc>
          </a:pPr>
          <a:r>
            <a:rPr lang="zh-CN" altLang="en-US" sz="1600"/>
            <a:t>基本类型</a:t>
          </a:r>
        </a:p>
      </dgm:t>
    </dgm:pt>
    <dgm:pt modelId="{2E201219-69C9-48AC-86CE-A2844A81D197}" cxnId="{A7C7F12E-E2ED-40B0-A59A-1711F5249BBE}" type="parTrans">
      <dgm:prSet/>
      <dgm:spPr/>
      <dgm:t>
        <a:bodyPr/>
        <a:lstStyle/>
        <a:p>
          <a:pPr>
            <a:lnSpc>
              <a:spcPct val="100000"/>
            </a:lnSpc>
          </a:pPr>
          <a:endParaRPr lang="zh-CN" altLang="en-US"/>
        </a:p>
      </dgm:t>
    </dgm:pt>
    <dgm:pt modelId="{4C58A288-6468-4DEF-8430-47CEB20E5521}" cxnId="{A7C7F12E-E2ED-40B0-A59A-1711F5249BBE}" type="sibTrans">
      <dgm:prSet/>
      <dgm:spPr/>
      <dgm:t>
        <a:bodyPr/>
        <a:lstStyle/>
        <a:p>
          <a:pPr>
            <a:lnSpc>
              <a:spcPct val="100000"/>
            </a:lnSpc>
          </a:pPr>
          <a:endParaRPr lang="zh-CN" altLang="en-US"/>
        </a:p>
      </dgm:t>
    </dgm:pt>
    <dgm:pt modelId="{B457BC78-73F3-49C5-90D0-65E5385C9188}">
      <dgm:prSet phldrT="[文本]" custT="1"/>
      <dgm:spPr/>
      <dgm:t>
        <a:bodyPr/>
        <a:lstStyle/>
        <a:p>
          <a:pPr>
            <a:lnSpc>
              <a:spcPct val="100000"/>
            </a:lnSpc>
          </a:pPr>
          <a:r>
            <a:rPr lang="zh-CN" altLang="en-US" sz="1600"/>
            <a:t>整型类型</a:t>
          </a:r>
        </a:p>
      </dgm:t>
    </dgm:pt>
    <dgm:pt modelId="{1D73B758-E67C-4D90-8627-294D58FE98E5}" cxnId="{31C9ED4F-2342-4AA6-83E4-E2EE8C88C009}" type="parTrans">
      <dgm:prSet/>
      <dgm:spPr/>
      <dgm:t>
        <a:bodyPr/>
        <a:lstStyle/>
        <a:p>
          <a:pPr>
            <a:lnSpc>
              <a:spcPct val="100000"/>
            </a:lnSpc>
          </a:pPr>
          <a:endParaRPr lang="zh-CN" altLang="en-US"/>
        </a:p>
      </dgm:t>
    </dgm:pt>
    <dgm:pt modelId="{058DEED6-58AA-400A-9460-BDC12F797ED9}" cxnId="{31C9ED4F-2342-4AA6-83E4-E2EE8C88C009}" type="sibTrans">
      <dgm:prSet/>
      <dgm:spPr/>
      <dgm:t>
        <a:bodyPr/>
        <a:lstStyle/>
        <a:p>
          <a:pPr>
            <a:lnSpc>
              <a:spcPct val="100000"/>
            </a:lnSpc>
          </a:pPr>
          <a:endParaRPr lang="zh-CN" altLang="en-US"/>
        </a:p>
      </dgm:t>
    </dgm:pt>
    <dgm:pt modelId="{5122018B-93D5-421B-A0DF-352A6DA652F5}">
      <dgm:prSet phldrT="[文本]" custT="1"/>
      <dgm:spPr/>
      <dgm:t>
        <a:bodyPr/>
        <a:lstStyle/>
        <a:p>
          <a:pPr>
            <a:lnSpc>
              <a:spcPct val="100000"/>
            </a:lnSpc>
          </a:pPr>
          <a:r>
            <a:rPr lang="zh-CN" altLang="en-US" sz="1600"/>
            <a:t>浮点类型</a:t>
          </a:r>
        </a:p>
      </dgm:t>
    </dgm:pt>
    <dgm:pt modelId="{0ED9C249-09EF-4C50-8FE7-E90D87DEF76C}" cxnId="{0D4F8D1E-9F67-4A99-AD34-2F1DBD98F136}" type="parTrans">
      <dgm:prSet/>
      <dgm:spPr/>
      <dgm:t>
        <a:bodyPr/>
        <a:lstStyle/>
        <a:p>
          <a:pPr>
            <a:lnSpc>
              <a:spcPct val="100000"/>
            </a:lnSpc>
          </a:pPr>
          <a:endParaRPr lang="zh-CN" altLang="en-US"/>
        </a:p>
      </dgm:t>
    </dgm:pt>
    <dgm:pt modelId="{1CE49732-421F-4E16-B0FB-4C7C98AAB433}" cxnId="{0D4F8D1E-9F67-4A99-AD34-2F1DBD98F136}" type="sibTrans">
      <dgm:prSet/>
      <dgm:spPr/>
      <dgm:t>
        <a:bodyPr/>
        <a:lstStyle/>
        <a:p>
          <a:pPr>
            <a:lnSpc>
              <a:spcPct val="100000"/>
            </a:lnSpc>
          </a:pPr>
          <a:endParaRPr lang="zh-CN" altLang="en-US"/>
        </a:p>
      </dgm:t>
    </dgm:pt>
    <dgm:pt modelId="{C3C30BDC-66C1-4F4A-913F-2413224D9BA6}">
      <dgm:prSet phldrT="[文本]" custT="1"/>
      <dgm:spPr/>
      <dgm:t>
        <a:bodyPr/>
        <a:lstStyle/>
        <a:p>
          <a:pPr>
            <a:lnSpc>
              <a:spcPct val="100000"/>
            </a:lnSpc>
          </a:pPr>
          <a:r>
            <a:rPr lang="zh-CN" altLang="en-US" sz="1600"/>
            <a:t>枚举类型 </a:t>
          </a:r>
          <a:r>
            <a:rPr lang="en-US" altLang="zh-CN" sz="1600" err="1"/>
            <a:t>enum</a:t>
          </a:r>
          <a:endParaRPr lang="zh-CN" altLang="en-US" sz="1600"/>
        </a:p>
      </dgm:t>
    </dgm:pt>
    <dgm:pt modelId="{3F3AD70B-766B-44DE-8644-04466979A83C}" cxnId="{D687EB65-89F6-480E-A74A-C6258F59B74B}" type="parTrans">
      <dgm:prSet/>
      <dgm:spPr/>
      <dgm:t>
        <a:bodyPr/>
        <a:lstStyle/>
        <a:p>
          <a:pPr>
            <a:lnSpc>
              <a:spcPct val="100000"/>
            </a:lnSpc>
          </a:pPr>
          <a:endParaRPr lang="zh-CN" altLang="en-US"/>
        </a:p>
      </dgm:t>
    </dgm:pt>
    <dgm:pt modelId="{8E0DFA87-F749-4729-91E8-E500ED5412C5}" cxnId="{D687EB65-89F6-480E-A74A-C6258F59B74B}" type="sibTrans">
      <dgm:prSet/>
      <dgm:spPr/>
      <dgm:t>
        <a:bodyPr/>
        <a:lstStyle/>
        <a:p>
          <a:pPr>
            <a:lnSpc>
              <a:spcPct val="100000"/>
            </a:lnSpc>
          </a:pPr>
          <a:endParaRPr lang="zh-CN" altLang="en-US"/>
        </a:p>
      </dgm:t>
    </dgm:pt>
    <dgm:pt modelId="{53B1837A-449F-489E-B4DB-2D1C59530662}">
      <dgm:prSet phldrT="[文本]" custT="1"/>
      <dgm:spPr/>
      <dgm:t>
        <a:bodyPr/>
        <a:lstStyle/>
        <a:p>
          <a:pPr>
            <a:lnSpc>
              <a:spcPct val="100000"/>
            </a:lnSpc>
          </a:pPr>
          <a:r>
            <a:rPr lang="zh-CN" altLang="en-US" sz="1600"/>
            <a:t>空类型 </a:t>
          </a:r>
          <a:r>
            <a:rPr lang="en-US" altLang="zh-CN" sz="1600"/>
            <a:t>void</a:t>
          </a:r>
          <a:endParaRPr lang="zh-CN" altLang="en-US" sz="1600"/>
        </a:p>
      </dgm:t>
    </dgm:pt>
    <dgm:pt modelId="{F2A02839-BE33-4C02-AD70-C0C7058F8D55}" cxnId="{70A6FD8A-3B53-4A88-B838-51634E531AB1}" type="parTrans">
      <dgm:prSet/>
      <dgm:spPr/>
      <dgm:t>
        <a:bodyPr/>
        <a:lstStyle/>
        <a:p>
          <a:pPr>
            <a:lnSpc>
              <a:spcPct val="100000"/>
            </a:lnSpc>
          </a:pPr>
          <a:endParaRPr lang="zh-CN" altLang="en-US"/>
        </a:p>
      </dgm:t>
    </dgm:pt>
    <dgm:pt modelId="{0C1A3D2B-CC98-4F55-82EF-B77DFCCFE7D8}" cxnId="{70A6FD8A-3B53-4A88-B838-51634E531AB1}" type="sibTrans">
      <dgm:prSet/>
      <dgm:spPr/>
      <dgm:t>
        <a:bodyPr/>
        <a:lstStyle/>
        <a:p>
          <a:pPr>
            <a:lnSpc>
              <a:spcPct val="100000"/>
            </a:lnSpc>
          </a:pPr>
          <a:endParaRPr lang="zh-CN" altLang="en-US"/>
        </a:p>
      </dgm:t>
    </dgm:pt>
    <dgm:pt modelId="{4C1FD013-5041-47BD-BD2E-5A8BE4121636}">
      <dgm:prSet phldrT="[文本]" custT="1"/>
      <dgm:spPr/>
      <dgm:t>
        <a:bodyPr/>
        <a:lstStyle/>
        <a:p>
          <a:pPr>
            <a:lnSpc>
              <a:spcPct val="100000"/>
            </a:lnSpc>
          </a:pPr>
          <a:r>
            <a:rPr lang="zh-CN" altLang="en-US" sz="1600"/>
            <a:t>基本整型 </a:t>
          </a:r>
          <a:r>
            <a:rPr lang="en-US" altLang="zh-CN" sz="1600" err="1"/>
            <a:t>int</a:t>
          </a:r>
          <a:endParaRPr lang="zh-CN" altLang="en-US" sz="1600"/>
        </a:p>
      </dgm:t>
    </dgm:pt>
    <dgm:pt modelId="{2E8E954E-31B4-4C00-8CB9-69B5310889E2}" cxnId="{5907DBFB-E53A-466F-8797-4D7D73D3A057}" type="parTrans">
      <dgm:prSet/>
      <dgm:spPr/>
      <dgm:t>
        <a:bodyPr/>
        <a:lstStyle/>
        <a:p>
          <a:pPr>
            <a:lnSpc>
              <a:spcPct val="100000"/>
            </a:lnSpc>
          </a:pPr>
          <a:endParaRPr lang="zh-CN" altLang="en-US"/>
        </a:p>
      </dgm:t>
    </dgm:pt>
    <dgm:pt modelId="{69550963-0B22-40A9-83E8-5074E556227C}" cxnId="{5907DBFB-E53A-466F-8797-4D7D73D3A057}" type="sibTrans">
      <dgm:prSet/>
      <dgm:spPr/>
      <dgm:t>
        <a:bodyPr/>
        <a:lstStyle/>
        <a:p>
          <a:pPr>
            <a:lnSpc>
              <a:spcPct val="100000"/>
            </a:lnSpc>
          </a:pPr>
          <a:endParaRPr lang="zh-CN" altLang="en-US"/>
        </a:p>
      </dgm:t>
    </dgm:pt>
    <dgm:pt modelId="{8CA6752C-945B-4976-84DE-BADF262EA352}">
      <dgm:prSet phldrT="[文本]" custT="1"/>
      <dgm:spPr/>
      <dgm:t>
        <a:bodyPr/>
        <a:lstStyle/>
        <a:p>
          <a:pPr>
            <a:lnSpc>
              <a:spcPct val="100000"/>
            </a:lnSpc>
          </a:pPr>
          <a:r>
            <a:rPr lang="zh-CN" altLang="en-US" sz="1600"/>
            <a:t>短整型 </a:t>
          </a:r>
          <a:r>
            <a:rPr lang="en-US" altLang="zh-CN" sz="1600"/>
            <a:t>short </a:t>
          </a:r>
          <a:r>
            <a:rPr lang="en-US" altLang="zh-CN" sz="1600" err="1"/>
            <a:t>int</a:t>
          </a:r>
          <a:endParaRPr lang="zh-CN" altLang="en-US" sz="1600"/>
        </a:p>
      </dgm:t>
    </dgm:pt>
    <dgm:pt modelId="{5A803252-DCF8-457E-B30A-1313590E56A7}" cxnId="{C6E47BF2-027E-4093-BBAF-4E63FF9D1580}" type="parTrans">
      <dgm:prSet/>
      <dgm:spPr/>
      <dgm:t>
        <a:bodyPr/>
        <a:lstStyle/>
        <a:p>
          <a:pPr>
            <a:lnSpc>
              <a:spcPct val="100000"/>
            </a:lnSpc>
          </a:pPr>
          <a:endParaRPr lang="zh-CN" altLang="en-US"/>
        </a:p>
      </dgm:t>
    </dgm:pt>
    <dgm:pt modelId="{4E4CF83F-19AD-44A5-8D92-4C8852F44B19}" cxnId="{C6E47BF2-027E-4093-BBAF-4E63FF9D1580}" type="sibTrans">
      <dgm:prSet/>
      <dgm:spPr/>
      <dgm:t>
        <a:bodyPr/>
        <a:lstStyle/>
        <a:p>
          <a:pPr>
            <a:lnSpc>
              <a:spcPct val="100000"/>
            </a:lnSpc>
          </a:pPr>
          <a:endParaRPr lang="zh-CN" altLang="en-US"/>
        </a:p>
      </dgm:t>
    </dgm:pt>
    <dgm:pt modelId="{68281CBA-A431-4372-BAB1-F61FEFEB0AA8}">
      <dgm:prSet phldrT="[文本]" custT="1"/>
      <dgm:spPr/>
      <dgm:t>
        <a:bodyPr/>
        <a:lstStyle/>
        <a:p>
          <a:pPr>
            <a:lnSpc>
              <a:spcPct val="100000"/>
            </a:lnSpc>
          </a:pPr>
          <a:r>
            <a:rPr lang="zh-CN" altLang="en-US" sz="1600"/>
            <a:t>长整型 </a:t>
          </a:r>
          <a:r>
            <a:rPr lang="en-US" altLang="zh-CN" sz="1600"/>
            <a:t>long </a:t>
          </a:r>
          <a:r>
            <a:rPr lang="en-US" altLang="zh-CN" sz="1600" err="1"/>
            <a:t>int</a:t>
          </a:r>
          <a:endParaRPr lang="zh-CN" altLang="en-US" sz="1600"/>
        </a:p>
      </dgm:t>
    </dgm:pt>
    <dgm:pt modelId="{9ECCD359-B334-4A6C-A204-E3D4390ECC78}" cxnId="{48CFEF66-6A3D-4AF6-B07D-55C1548B8B26}" type="parTrans">
      <dgm:prSet/>
      <dgm:spPr/>
      <dgm:t>
        <a:bodyPr/>
        <a:lstStyle/>
        <a:p>
          <a:pPr>
            <a:lnSpc>
              <a:spcPct val="100000"/>
            </a:lnSpc>
          </a:pPr>
          <a:endParaRPr lang="zh-CN" altLang="en-US"/>
        </a:p>
      </dgm:t>
    </dgm:pt>
    <dgm:pt modelId="{E0D35119-EC87-495A-8AE4-4BF8EE83FBA0}" cxnId="{48CFEF66-6A3D-4AF6-B07D-55C1548B8B26}" type="sibTrans">
      <dgm:prSet/>
      <dgm:spPr/>
      <dgm:t>
        <a:bodyPr/>
        <a:lstStyle/>
        <a:p>
          <a:pPr>
            <a:lnSpc>
              <a:spcPct val="100000"/>
            </a:lnSpc>
          </a:pPr>
          <a:endParaRPr lang="zh-CN" altLang="en-US"/>
        </a:p>
      </dgm:t>
    </dgm:pt>
    <dgm:pt modelId="{2680979F-E1DF-4BB9-9DEC-39103FBC50B8}">
      <dgm:prSet phldrT="[文本]" custT="1"/>
      <dgm:spPr/>
      <dgm:t>
        <a:bodyPr/>
        <a:lstStyle/>
        <a:p>
          <a:pPr>
            <a:lnSpc>
              <a:spcPct val="100000"/>
            </a:lnSpc>
          </a:pPr>
          <a:r>
            <a:rPr lang="zh-CN" altLang="en-US" sz="1600"/>
            <a:t>*双长整型 </a:t>
          </a:r>
          <a:r>
            <a:rPr lang="en-US" altLang="zh-CN" sz="1600"/>
            <a:t>long </a:t>
          </a:r>
          <a:r>
            <a:rPr lang="en-US" altLang="zh-CN" sz="1600" err="1"/>
            <a:t>long</a:t>
          </a:r>
          <a:r>
            <a:rPr lang="en-US" altLang="zh-CN" sz="1600"/>
            <a:t> </a:t>
          </a:r>
          <a:r>
            <a:rPr lang="en-US" altLang="zh-CN" sz="1600" err="1"/>
            <a:t>int</a:t>
          </a:r>
          <a:endParaRPr lang="zh-CN" altLang="en-US" sz="1600"/>
        </a:p>
      </dgm:t>
    </dgm:pt>
    <dgm:pt modelId="{0D7F8A15-81D3-4E93-AAFB-C33C659B43A3}" cxnId="{EA30D6A9-728E-420A-A9CE-D8144DA3F01F}" type="parTrans">
      <dgm:prSet/>
      <dgm:spPr/>
      <dgm:t>
        <a:bodyPr/>
        <a:lstStyle/>
        <a:p>
          <a:pPr>
            <a:lnSpc>
              <a:spcPct val="100000"/>
            </a:lnSpc>
          </a:pPr>
          <a:endParaRPr lang="zh-CN" altLang="en-US"/>
        </a:p>
      </dgm:t>
    </dgm:pt>
    <dgm:pt modelId="{9139D007-7C52-4EF8-9946-11F4A9706142}" cxnId="{EA30D6A9-728E-420A-A9CE-D8144DA3F01F}" type="sibTrans">
      <dgm:prSet/>
      <dgm:spPr/>
      <dgm:t>
        <a:bodyPr/>
        <a:lstStyle/>
        <a:p>
          <a:pPr>
            <a:lnSpc>
              <a:spcPct val="100000"/>
            </a:lnSpc>
          </a:pPr>
          <a:endParaRPr lang="zh-CN" altLang="en-US"/>
        </a:p>
      </dgm:t>
    </dgm:pt>
    <dgm:pt modelId="{3EC8E833-1439-4167-8F6F-C47DB5B7E218}">
      <dgm:prSet phldrT="[文本]" custT="1"/>
      <dgm:spPr/>
      <dgm:t>
        <a:bodyPr/>
        <a:lstStyle/>
        <a:p>
          <a:pPr>
            <a:lnSpc>
              <a:spcPct val="100000"/>
            </a:lnSpc>
          </a:pPr>
          <a:r>
            <a:rPr lang="zh-CN" altLang="en-US" sz="1600"/>
            <a:t>字符型 </a:t>
          </a:r>
          <a:r>
            <a:rPr lang="en-US" altLang="zh-CN" sz="1600"/>
            <a:t>char</a:t>
          </a:r>
          <a:endParaRPr lang="zh-CN" altLang="en-US" sz="1600"/>
        </a:p>
      </dgm:t>
    </dgm:pt>
    <dgm:pt modelId="{607D6F17-3BDD-4141-891C-6CB998585147}" cxnId="{886A9A28-CCDE-4888-B69B-127E4B435D7B}" type="parTrans">
      <dgm:prSet/>
      <dgm:spPr/>
      <dgm:t>
        <a:bodyPr/>
        <a:lstStyle/>
        <a:p>
          <a:pPr>
            <a:lnSpc>
              <a:spcPct val="100000"/>
            </a:lnSpc>
          </a:pPr>
          <a:endParaRPr lang="zh-CN" altLang="en-US"/>
        </a:p>
      </dgm:t>
    </dgm:pt>
    <dgm:pt modelId="{991E027F-B028-4A81-A939-92DA2C1D5237}" cxnId="{886A9A28-CCDE-4888-B69B-127E4B435D7B}" type="sibTrans">
      <dgm:prSet/>
      <dgm:spPr/>
      <dgm:t>
        <a:bodyPr/>
        <a:lstStyle/>
        <a:p>
          <a:pPr>
            <a:lnSpc>
              <a:spcPct val="100000"/>
            </a:lnSpc>
          </a:pPr>
          <a:endParaRPr lang="zh-CN" altLang="en-US"/>
        </a:p>
      </dgm:t>
    </dgm:pt>
    <dgm:pt modelId="{BB0197D2-FC90-4BA7-88D0-43B2A6E98678}">
      <dgm:prSet phldrT="[文本]" custT="1"/>
      <dgm:spPr/>
      <dgm:t>
        <a:bodyPr/>
        <a:lstStyle/>
        <a:p>
          <a:pPr>
            <a:lnSpc>
              <a:spcPct val="100000"/>
            </a:lnSpc>
          </a:pPr>
          <a:r>
            <a:rPr lang="zh-CN" altLang="en-US" sz="1600"/>
            <a:t>*布尔型 </a:t>
          </a:r>
          <a:r>
            <a:rPr lang="en-US" altLang="zh-CN" sz="1600"/>
            <a:t>bool</a:t>
          </a:r>
          <a:endParaRPr lang="zh-CN" altLang="en-US" sz="1600"/>
        </a:p>
      </dgm:t>
    </dgm:pt>
    <dgm:pt modelId="{36305706-7466-49DC-81EA-13339B051324}" cxnId="{3C688DB6-4A79-4CF5-81BF-231E836E365A}" type="parTrans">
      <dgm:prSet/>
      <dgm:spPr/>
      <dgm:t>
        <a:bodyPr/>
        <a:lstStyle/>
        <a:p>
          <a:pPr>
            <a:lnSpc>
              <a:spcPct val="100000"/>
            </a:lnSpc>
          </a:pPr>
          <a:endParaRPr lang="zh-CN" altLang="en-US"/>
        </a:p>
      </dgm:t>
    </dgm:pt>
    <dgm:pt modelId="{ACCF2257-8929-45B0-8AFB-31D7D65F8B3E}" cxnId="{3C688DB6-4A79-4CF5-81BF-231E836E365A}" type="sibTrans">
      <dgm:prSet/>
      <dgm:spPr/>
      <dgm:t>
        <a:bodyPr/>
        <a:lstStyle/>
        <a:p>
          <a:pPr>
            <a:lnSpc>
              <a:spcPct val="100000"/>
            </a:lnSpc>
          </a:pPr>
          <a:endParaRPr lang="zh-CN" altLang="en-US"/>
        </a:p>
      </dgm:t>
    </dgm:pt>
    <dgm:pt modelId="{066ECC05-0409-4239-8791-28C1571D0967}">
      <dgm:prSet phldrT="[文本]" custT="1"/>
      <dgm:spPr/>
      <dgm:t>
        <a:bodyPr/>
        <a:lstStyle/>
        <a:p>
          <a:pPr>
            <a:lnSpc>
              <a:spcPct val="100000"/>
            </a:lnSpc>
          </a:pPr>
          <a:r>
            <a:rPr lang="zh-CN" altLang="en-US" sz="1600"/>
            <a:t>单精度浮点型 </a:t>
          </a:r>
          <a:r>
            <a:rPr lang="en-US" altLang="zh-CN" sz="1600"/>
            <a:t>float</a:t>
          </a:r>
          <a:endParaRPr lang="zh-CN" altLang="en-US" sz="1600"/>
        </a:p>
      </dgm:t>
    </dgm:pt>
    <dgm:pt modelId="{296066E3-D0E2-4870-A952-866418805749}" cxnId="{F303BAA7-156B-4522-B171-20928A62AE7A}" type="parTrans">
      <dgm:prSet/>
      <dgm:spPr/>
      <dgm:t>
        <a:bodyPr/>
        <a:lstStyle/>
        <a:p>
          <a:pPr>
            <a:lnSpc>
              <a:spcPct val="100000"/>
            </a:lnSpc>
          </a:pPr>
          <a:endParaRPr lang="zh-CN" altLang="en-US"/>
        </a:p>
      </dgm:t>
    </dgm:pt>
    <dgm:pt modelId="{DD30194E-2AF7-4D61-A422-48DD761AF38A}" cxnId="{F303BAA7-156B-4522-B171-20928A62AE7A}" type="sibTrans">
      <dgm:prSet/>
      <dgm:spPr/>
      <dgm:t>
        <a:bodyPr/>
        <a:lstStyle/>
        <a:p>
          <a:pPr>
            <a:lnSpc>
              <a:spcPct val="100000"/>
            </a:lnSpc>
          </a:pPr>
          <a:endParaRPr lang="zh-CN" altLang="en-US"/>
        </a:p>
      </dgm:t>
    </dgm:pt>
    <dgm:pt modelId="{632A2A28-3F37-4276-8BF0-47A9B5B562DB}">
      <dgm:prSet phldrT="[文本]" custT="1"/>
      <dgm:spPr/>
      <dgm:t>
        <a:bodyPr/>
        <a:lstStyle/>
        <a:p>
          <a:pPr>
            <a:lnSpc>
              <a:spcPct val="100000"/>
            </a:lnSpc>
          </a:pPr>
          <a:r>
            <a:rPr lang="zh-CN" altLang="en-US" sz="1600"/>
            <a:t>双精度浮点型 </a:t>
          </a:r>
          <a:r>
            <a:rPr lang="en-US" altLang="zh-CN" sz="1600"/>
            <a:t>double</a:t>
          </a:r>
          <a:endParaRPr lang="zh-CN" altLang="en-US" sz="1600"/>
        </a:p>
      </dgm:t>
    </dgm:pt>
    <dgm:pt modelId="{B6707441-1B7C-4A84-A2D3-A3BD8EBAA7AB}" cxnId="{D3809BF8-5C0B-4E40-943C-86A7062FC105}" type="parTrans">
      <dgm:prSet/>
      <dgm:spPr/>
      <dgm:t>
        <a:bodyPr/>
        <a:lstStyle/>
        <a:p>
          <a:pPr>
            <a:lnSpc>
              <a:spcPct val="100000"/>
            </a:lnSpc>
          </a:pPr>
          <a:endParaRPr lang="zh-CN" altLang="en-US"/>
        </a:p>
      </dgm:t>
    </dgm:pt>
    <dgm:pt modelId="{5B31617B-4C64-4DA4-A5D9-8582E30CE82E}" cxnId="{D3809BF8-5C0B-4E40-943C-86A7062FC105}" type="sibTrans">
      <dgm:prSet/>
      <dgm:spPr/>
      <dgm:t>
        <a:bodyPr/>
        <a:lstStyle/>
        <a:p>
          <a:pPr>
            <a:lnSpc>
              <a:spcPct val="100000"/>
            </a:lnSpc>
          </a:pPr>
          <a:endParaRPr lang="zh-CN" altLang="en-US"/>
        </a:p>
      </dgm:t>
    </dgm:pt>
    <dgm:pt modelId="{3089B8A0-DF5B-4C1B-B067-A45E829E272F}">
      <dgm:prSet phldrT="[文本]" custT="1"/>
      <dgm:spPr/>
      <dgm:t>
        <a:bodyPr/>
        <a:lstStyle/>
        <a:p>
          <a:pPr>
            <a:lnSpc>
              <a:spcPct val="100000"/>
            </a:lnSpc>
          </a:pPr>
          <a:r>
            <a:rPr lang="zh-CN" altLang="en-US" sz="1600"/>
            <a:t>复数浮点型 </a:t>
          </a:r>
          <a:r>
            <a:rPr lang="en-US" altLang="zh-CN" sz="1600" err="1"/>
            <a:t>float_complex,double_complex,long</a:t>
          </a:r>
          <a:r>
            <a:rPr lang="en-US" altLang="zh-CN" sz="1600"/>
            <a:t> long _complex</a:t>
          </a:r>
          <a:endParaRPr lang="zh-CN" altLang="en-US" sz="1600"/>
        </a:p>
      </dgm:t>
    </dgm:pt>
    <dgm:pt modelId="{A188E18E-6E94-48D5-956F-16CE1F0DBD89}" cxnId="{539E4C00-2FB6-4806-B4D8-35042790663D}" type="parTrans">
      <dgm:prSet/>
      <dgm:spPr/>
      <dgm:t>
        <a:bodyPr/>
        <a:lstStyle/>
        <a:p>
          <a:pPr>
            <a:lnSpc>
              <a:spcPct val="100000"/>
            </a:lnSpc>
          </a:pPr>
          <a:endParaRPr lang="zh-CN" altLang="en-US"/>
        </a:p>
      </dgm:t>
    </dgm:pt>
    <dgm:pt modelId="{DC021A1D-26B3-4753-956A-931344116E21}" cxnId="{539E4C00-2FB6-4806-B4D8-35042790663D}" type="sibTrans">
      <dgm:prSet/>
      <dgm:spPr/>
      <dgm:t>
        <a:bodyPr/>
        <a:lstStyle/>
        <a:p>
          <a:pPr>
            <a:lnSpc>
              <a:spcPct val="100000"/>
            </a:lnSpc>
          </a:pPr>
          <a:endParaRPr lang="zh-CN" altLang="en-US"/>
        </a:p>
      </dgm:t>
    </dgm:pt>
    <dgm:pt modelId="{C995926F-8DC2-4BDD-A218-E14619FF6F07}">
      <dgm:prSet phldrT="[文本]" custT="1"/>
      <dgm:spPr/>
      <dgm:t>
        <a:bodyPr/>
        <a:lstStyle/>
        <a:p>
          <a:pPr>
            <a:lnSpc>
              <a:spcPct val="100000"/>
            </a:lnSpc>
          </a:pPr>
          <a:r>
            <a:rPr lang="zh-CN" altLang="en-US" sz="1600"/>
            <a:t>派生类型</a:t>
          </a:r>
        </a:p>
      </dgm:t>
    </dgm:pt>
    <dgm:pt modelId="{6837865B-B9BB-44E5-9CC0-14F2C461E279}" cxnId="{1B37341D-549A-497A-9036-429B73AD8CFA}" type="parTrans">
      <dgm:prSet/>
      <dgm:spPr/>
      <dgm:t>
        <a:bodyPr/>
        <a:lstStyle/>
        <a:p>
          <a:pPr>
            <a:lnSpc>
              <a:spcPct val="100000"/>
            </a:lnSpc>
          </a:pPr>
          <a:endParaRPr lang="zh-CN" altLang="en-US"/>
        </a:p>
      </dgm:t>
    </dgm:pt>
    <dgm:pt modelId="{F9A2285D-D81C-4B1F-8B4B-B8C0F838C757}" cxnId="{1B37341D-549A-497A-9036-429B73AD8CFA}" type="sibTrans">
      <dgm:prSet/>
      <dgm:spPr/>
      <dgm:t>
        <a:bodyPr/>
        <a:lstStyle/>
        <a:p>
          <a:pPr>
            <a:lnSpc>
              <a:spcPct val="100000"/>
            </a:lnSpc>
          </a:pPr>
          <a:endParaRPr lang="zh-CN" altLang="en-US"/>
        </a:p>
      </dgm:t>
    </dgm:pt>
    <dgm:pt modelId="{9B40F874-95D7-44A2-B8D0-E19E7464D8A3}">
      <dgm:prSet phldrT="[文本]" custT="1"/>
      <dgm:spPr/>
      <dgm:t>
        <a:bodyPr/>
        <a:lstStyle/>
        <a:p>
          <a:pPr>
            <a:lnSpc>
              <a:spcPct val="100000"/>
            </a:lnSpc>
          </a:pPr>
          <a:r>
            <a:rPr lang="zh-CN" altLang="en-US" sz="1600"/>
            <a:t>指针类型 *</a:t>
          </a:r>
        </a:p>
      </dgm:t>
    </dgm:pt>
    <dgm:pt modelId="{DC7886F6-FD84-46B8-A22B-65E855C94291}" cxnId="{1F728356-31F2-4690-86B9-7A5F8E539DE3}" type="parTrans">
      <dgm:prSet/>
      <dgm:spPr/>
      <dgm:t>
        <a:bodyPr/>
        <a:lstStyle/>
        <a:p>
          <a:pPr>
            <a:lnSpc>
              <a:spcPct val="100000"/>
            </a:lnSpc>
          </a:pPr>
          <a:endParaRPr lang="zh-CN" altLang="en-US"/>
        </a:p>
      </dgm:t>
    </dgm:pt>
    <dgm:pt modelId="{7F4F2FC1-FA9A-489B-AD46-0F282B641DED}" cxnId="{1F728356-31F2-4690-86B9-7A5F8E539DE3}" type="sibTrans">
      <dgm:prSet/>
      <dgm:spPr/>
      <dgm:t>
        <a:bodyPr/>
        <a:lstStyle/>
        <a:p>
          <a:pPr>
            <a:lnSpc>
              <a:spcPct val="100000"/>
            </a:lnSpc>
          </a:pPr>
          <a:endParaRPr lang="zh-CN" altLang="en-US"/>
        </a:p>
      </dgm:t>
    </dgm:pt>
    <dgm:pt modelId="{91E7E1DB-01D4-402E-B8F5-1DB28498F9D6}">
      <dgm:prSet phldrT="[文本]" custT="1"/>
      <dgm:spPr/>
      <dgm:t>
        <a:bodyPr/>
        <a:lstStyle/>
        <a:p>
          <a:pPr>
            <a:lnSpc>
              <a:spcPct val="100000"/>
            </a:lnSpc>
          </a:pPr>
          <a:r>
            <a:rPr lang="zh-CN" altLang="en-US" sz="1600"/>
            <a:t>数组类型 </a:t>
          </a:r>
          <a:r>
            <a:rPr lang="en-US" altLang="zh-CN" sz="1600"/>
            <a:t>[ ]</a:t>
          </a:r>
          <a:endParaRPr lang="zh-CN" altLang="en-US" sz="1600"/>
        </a:p>
      </dgm:t>
    </dgm:pt>
    <dgm:pt modelId="{10B6C1DE-851B-40D8-A7F5-27C01AA76929}" cxnId="{C9CB3724-2D10-4A4E-A658-C596B6BEE399}" type="parTrans">
      <dgm:prSet/>
      <dgm:spPr/>
      <dgm:t>
        <a:bodyPr/>
        <a:lstStyle/>
        <a:p>
          <a:pPr>
            <a:lnSpc>
              <a:spcPct val="100000"/>
            </a:lnSpc>
          </a:pPr>
          <a:endParaRPr lang="zh-CN" altLang="en-US"/>
        </a:p>
      </dgm:t>
    </dgm:pt>
    <dgm:pt modelId="{62A1E843-69F4-48CC-A160-AEA5FC57E3A3}" cxnId="{C9CB3724-2D10-4A4E-A658-C596B6BEE399}" type="sibTrans">
      <dgm:prSet/>
      <dgm:spPr/>
      <dgm:t>
        <a:bodyPr/>
        <a:lstStyle/>
        <a:p>
          <a:pPr>
            <a:lnSpc>
              <a:spcPct val="100000"/>
            </a:lnSpc>
          </a:pPr>
          <a:endParaRPr lang="zh-CN" altLang="en-US"/>
        </a:p>
      </dgm:t>
    </dgm:pt>
    <dgm:pt modelId="{C5277248-18DE-4645-A7EF-4B30ECE636A1}">
      <dgm:prSet phldrT="[文本]" custT="1"/>
      <dgm:spPr/>
      <dgm:t>
        <a:bodyPr/>
        <a:lstStyle/>
        <a:p>
          <a:pPr>
            <a:lnSpc>
              <a:spcPct val="100000"/>
            </a:lnSpc>
          </a:pPr>
          <a:r>
            <a:rPr lang="zh-CN" altLang="en-US" sz="1600"/>
            <a:t>结构体类型 </a:t>
          </a:r>
          <a:r>
            <a:rPr lang="en-US" altLang="zh-CN" sz="1600"/>
            <a:t>union</a:t>
          </a:r>
          <a:endParaRPr lang="zh-CN" altLang="en-US" sz="1600"/>
        </a:p>
      </dgm:t>
    </dgm:pt>
    <dgm:pt modelId="{4BED6D14-7A7B-4951-B012-06C6A421F7AD}" cxnId="{43F4EADC-F048-48A2-9058-49E73627EF95}" type="parTrans">
      <dgm:prSet/>
      <dgm:spPr/>
      <dgm:t>
        <a:bodyPr/>
        <a:lstStyle/>
        <a:p>
          <a:pPr>
            <a:lnSpc>
              <a:spcPct val="100000"/>
            </a:lnSpc>
          </a:pPr>
          <a:endParaRPr lang="zh-CN" altLang="en-US"/>
        </a:p>
      </dgm:t>
    </dgm:pt>
    <dgm:pt modelId="{28204732-31DB-478F-8EF3-FF470FA271F4}" cxnId="{43F4EADC-F048-48A2-9058-49E73627EF95}" type="sibTrans">
      <dgm:prSet/>
      <dgm:spPr/>
      <dgm:t>
        <a:bodyPr/>
        <a:lstStyle/>
        <a:p>
          <a:pPr>
            <a:lnSpc>
              <a:spcPct val="100000"/>
            </a:lnSpc>
          </a:pPr>
          <a:endParaRPr lang="zh-CN" altLang="en-US"/>
        </a:p>
      </dgm:t>
    </dgm:pt>
    <dgm:pt modelId="{DB4FF6BD-68B4-41B7-855B-CE7EA8C00B2F}">
      <dgm:prSet phldrT="[文本]" custT="1"/>
      <dgm:spPr/>
      <dgm:t>
        <a:bodyPr/>
        <a:lstStyle/>
        <a:p>
          <a:pPr>
            <a:lnSpc>
              <a:spcPct val="100000"/>
            </a:lnSpc>
          </a:pPr>
          <a:r>
            <a:rPr lang="zh-CN" altLang="en-US" sz="1600"/>
            <a:t>函数类型</a:t>
          </a:r>
        </a:p>
      </dgm:t>
    </dgm:pt>
    <dgm:pt modelId="{30CFAA91-4C91-4036-A19C-2291C1F06F05}" cxnId="{8DAF438B-6684-4424-B807-538D05107571}" type="parTrans">
      <dgm:prSet/>
      <dgm:spPr/>
      <dgm:t>
        <a:bodyPr/>
        <a:lstStyle/>
        <a:p>
          <a:pPr>
            <a:lnSpc>
              <a:spcPct val="100000"/>
            </a:lnSpc>
          </a:pPr>
          <a:endParaRPr lang="zh-CN" altLang="en-US"/>
        </a:p>
      </dgm:t>
    </dgm:pt>
    <dgm:pt modelId="{004A55AD-3334-47FD-BDB9-F714652648AE}" cxnId="{8DAF438B-6684-4424-B807-538D05107571}" type="sibTrans">
      <dgm:prSet/>
      <dgm:spPr/>
      <dgm:t>
        <a:bodyPr/>
        <a:lstStyle/>
        <a:p>
          <a:pPr>
            <a:lnSpc>
              <a:spcPct val="100000"/>
            </a:lnSpc>
          </a:pPr>
          <a:endParaRPr lang="zh-CN" altLang="en-US"/>
        </a:p>
      </dgm:t>
    </dgm:pt>
    <dgm:pt modelId="{F6A558C9-00D7-458D-8E2C-A920FC5A844C}" type="pres">
      <dgm:prSet presAssocID="{F8F470D9-DEB8-48B6-B909-7A1C28DC5753}" presName="diagram" presStyleCnt="0">
        <dgm:presLayoutVars>
          <dgm:chPref val="1"/>
          <dgm:dir/>
          <dgm:animOne val="branch"/>
          <dgm:animLvl val="lvl"/>
          <dgm:resizeHandles val="exact"/>
        </dgm:presLayoutVars>
      </dgm:prSet>
      <dgm:spPr/>
    </dgm:pt>
    <dgm:pt modelId="{180D0327-1DEC-4C67-8D0C-7B275D71C3E9}" type="pres">
      <dgm:prSet presAssocID="{99375FCE-87E8-46F9-BC86-F29014F005E7}" presName="root1" presStyleCnt="0"/>
      <dgm:spPr/>
    </dgm:pt>
    <dgm:pt modelId="{DFA2932F-EC5C-46EE-8498-73ACDB91A3CB}" type="pres">
      <dgm:prSet presAssocID="{99375FCE-87E8-46F9-BC86-F29014F005E7}" presName="LevelOneTextNode" presStyleLbl="node0" presStyleIdx="0" presStyleCnt="1" custScaleX="220255">
        <dgm:presLayoutVars>
          <dgm:chPref val="3"/>
        </dgm:presLayoutVars>
      </dgm:prSet>
      <dgm:spPr/>
    </dgm:pt>
    <dgm:pt modelId="{7B041A89-F995-4946-A623-A776C092BCDA}" type="pres">
      <dgm:prSet presAssocID="{99375FCE-87E8-46F9-BC86-F29014F005E7}" presName="level2hierChild" presStyleCnt="0"/>
      <dgm:spPr/>
    </dgm:pt>
    <dgm:pt modelId="{B6990AA8-849C-4CE5-BC6B-BD2DF7474757}" type="pres">
      <dgm:prSet presAssocID="{2E201219-69C9-48AC-86CE-A2844A81D197}" presName="conn2-1" presStyleLbl="parChTrans1D2" presStyleIdx="0" presStyleCnt="4"/>
      <dgm:spPr/>
    </dgm:pt>
    <dgm:pt modelId="{F00EB5F7-3648-42B2-B971-7EF7BCB43185}" type="pres">
      <dgm:prSet presAssocID="{2E201219-69C9-48AC-86CE-A2844A81D197}" presName="connTx" presStyleLbl="parChTrans1D2" presStyleIdx="0" presStyleCnt="4"/>
      <dgm:spPr/>
    </dgm:pt>
    <dgm:pt modelId="{2A1E77C4-4D9A-40AC-8C14-421C2CBFD994}" type="pres">
      <dgm:prSet presAssocID="{5DB50963-ADBA-4EEA-BB4B-10198EC57587}" presName="root2" presStyleCnt="0"/>
      <dgm:spPr/>
    </dgm:pt>
    <dgm:pt modelId="{38FAB092-9F22-419D-B6CE-8D0DD7611935}" type="pres">
      <dgm:prSet presAssocID="{5DB50963-ADBA-4EEA-BB4B-10198EC57587}" presName="LevelTwoTextNode" presStyleLbl="node2" presStyleIdx="0" presStyleCnt="4" custScaleX="293878">
        <dgm:presLayoutVars>
          <dgm:chPref val="3"/>
        </dgm:presLayoutVars>
      </dgm:prSet>
      <dgm:spPr/>
    </dgm:pt>
    <dgm:pt modelId="{56968B1F-40C7-4FAE-979B-254A0D1E4E67}" type="pres">
      <dgm:prSet presAssocID="{5DB50963-ADBA-4EEA-BB4B-10198EC57587}" presName="level3hierChild" presStyleCnt="0"/>
      <dgm:spPr/>
    </dgm:pt>
    <dgm:pt modelId="{036FD041-22EF-449E-BBE1-6BD6C02A909D}" type="pres">
      <dgm:prSet presAssocID="{1D73B758-E67C-4D90-8627-294D58FE98E5}" presName="conn2-1" presStyleLbl="parChTrans1D3" presStyleIdx="0" presStyleCnt="6"/>
      <dgm:spPr/>
    </dgm:pt>
    <dgm:pt modelId="{C071C2F6-2FE9-425E-B94F-A6A1A353B29D}" type="pres">
      <dgm:prSet presAssocID="{1D73B758-E67C-4D90-8627-294D58FE98E5}" presName="connTx" presStyleLbl="parChTrans1D3" presStyleIdx="0" presStyleCnt="6"/>
      <dgm:spPr/>
    </dgm:pt>
    <dgm:pt modelId="{11400933-8A40-45FC-909C-63DA97CB9D88}" type="pres">
      <dgm:prSet presAssocID="{B457BC78-73F3-49C5-90D0-65E5385C9188}" presName="root2" presStyleCnt="0"/>
      <dgm:spPr/>
    </dgm:pt>
    <dgm:pt modelId="{854285C5-6CE1-4F42-B433-C982E7D0EA44}" type="pres">
      <dgm:prSet presAssocID="{B457BC78-73F3-49C5-90D0-65E5385C9188}" presName="LevelTwoTextNode" presStyleLbl="node3" presStyleIdx="0" presStyleCnt="6" custScaleX="293878">
        <dgm:presLayoutVars>
          <dgm:chPref val="3"/>
        </dgm:presLayoutVars>
      </dgm:prSet>
      <dgm:spPr/>
    </dgm:pt>
    <dgm:pt modelId="{03168992-8F13-4B6F-8074-A0E9939A2047}" type="pres">
      <dgm:prSet presAssocID="{B457BC78-73F3-49C5-90D0-65E5385C9188}" presName="level3hierChild" presStyleCnt="0"/>
      <dgm:spPr/>
    </dgm:pt>
    <dgm:pt modelId="{02046280-9146-49E4-B1A6-FC4FC6B0200B}" type="pres">
      <dgm:prSet presAssocID="{2E8E954E-31B4-4C00-8CB9-69B5310889E2}" presName="conn2-1" presStyleLbl="parChTrans1D4" presStyleIdx="0" presStyleCnt="9"/>
      <dgm:spPr/>
    </dgm:pt>
    <dgm:pt modelId="{C9F7D73D-12ED-4D3F-B5F3-75EEAB1FAD80}" type="pres">
      <dgm:prSet presAssocID="{2E8E954E-31B4-4C00-8CB9-69B5310889E2}" presName="connTx" presStyleLbl="parChTrans1D4" presStyleIdx="0" presStyleCnt="9"/>
      <dgm:spPr/>
    </dgm:pt>
    <dgm:pt modelId="{D31E3900-363C-4B41-BEAB-6471D1CC7E48}" type="pres">
      <dgm:prSet presAssocID="{4C1FD013-5041-47BD-BD2E-5A8BE4121636}" presName="root2" presStyleCnt="0"/>
      <dgm:spPr/>
    </dgm:pt>
    <dgm:pt modelId="{D78DF943-E569-439D-AB7C-850E9A5D2338}" type="pres">
      <dgm:prSet presAssocID="{4C1FD013-5041-47BD-BD2E-5A8BE4121636}" presName="LevelTwoTextNode" presStyleLbl="node4" presStyleIdx="0" presStyleCnt="9" custScaleX="1000408">
        <dgm:presLayoutVars>
          <dgm:chPref val="3"/>
        </dgm:presLayoutVars>
      </dgm:prSet>
      <dgm:spPr/>
    </dgm:pt>
    <dgm:pt modelId="{881FCDD0-CB6B-48C8-80B0-FF24365A903F}" type="pres">
      <dgm:prSet presAssocID="{4C1FD013-5041-47BD-BD2E-5A8BE4121636}" presName="level3hierChild" presStyleCnt="0"/>
      <dgm:spPr/>
    </dgm:pt>
    <dgm:pt modelId="{F961828B-9711-4529-BE6C-EC657D441049}" type="pres">
      <dgm:prSet presAssocID="{5A803252-DCF8-457E-B30A-1313590E56A7}" presName="conn2-1" presStyleLbl="parChTrans1D4" presStyleIdx="1" presStyleCnt="9"/>
      <dgm:spPr/>
    </dgm:pt>
    <dgm:pt modelId="{EDD965CC-6C1E-4D70-BD2E-44F5B99DCF26}" type="pres">
      <dgm:prSet presAssocID="{5A803252-DCF8-457E-B30A-1313590E56A7}" presName="connTx" presStyleLbl="parChTrans1D4" presStyleIdx="1" presStyleCnt="9"/>
      <dgm:spPr/>
    </dgm:pt>
    <dgm:pt modelId="{9F16A521-1202-4206-9F19-2AB4743513D6}" type="pres">
      <dgm:prSet presAssocID="{8CA6752C-945B-4976-84DE-BADF262EA352}" presName="root2" presStyleCnt="0"/>
      <dgm:spPr/>
    </dgm:pt>
    <dgm:pt modelId="{9619A577-19A6-42F4-8B44-BDE0EBF204CF}" type="pres">
      <dgm:prSet presAssocID="{8CA6752C-945B-4976-84DE-BADF262EA352}" presName="LevelTwoTextNode" presStyleLbl="node4" presStyleIdx="1" presStyleCnt="9" custScaleX="1000408">
        <dgm:presLayoutVars>
          <dgm:chPref val="3"/>
        </dgm:presLayoutVars>
      </dgm:prSet>
      <dgm:spPr/>
    </dgm:pt>
    <dgm:pt modelId="{07B5BDCC-D90E-420D-848C-464C33A06C9C}" type="pres">
      <dgm:prSet presAssocID="{8CA6752C-945B-4976-84DE-BADF262EA352}" presName="level3hierChild" presStyleCnt="0"/>
      <dgm:spPr/>
    </dgm:pt>
    <dgm:pt modelId="{3A26ECD8-B3DA-46E1-9297-4CB6E2130B90}" type="pres">
      <dgm:prSet presAssocID="{9ECCD359-B334-4A6C-A204-E3D4390ECC78}" presName="conn2-1" presStyleLbl="parChTrans1D4" presStyleIdx="2" presStyleCnt="9"/>
      <dgm:spPr/>
    </dgm:pt>
    <dgm:pt modelId="{BB04014A-3563-4565-B8FD-C6B024A6B5A9}" type="pres">
      <dgm:prSet presAssocID="{9ECCD359-B334-4A6C-A204-E3D4390ECC78}" presName="connTx" presStyleLbl="parChTrans1D4" presStyleIdx="2" presStyleCnt="9"/>
      <dgm:spPr/>
    </dgm:pt>
    <dgm:pt modelId="{5E4A2D5E-60FE-4BB2-8705-96B4A61C2F0D}" type="pres">
      <dgm:prSet presAssocID="{68281CBA-A431-4372-BAB1-F61FEFEB0AA8}" presName="root2" presStyleCnt="0"/>
      <dgm:spPr/>
    </dgm:pt>
    <dgm:pt modelId="{7F4DC484-67B0-46D5-9AE9-EFF875FD0AE2}" type="pres">
      <dgm:prSet presAssocID="{68281CBA-A431-4372-BAB1-F61FEFEB0AA8}" presName="LevelTwoTextNode" presStyleLbl="node4" presStyleIdx="2" presStyleCnt="9" custScaleX="1000408">
        <dgm:presLayoutVars>
          <dgm:chPref val="3"/>
        </dgm:presLayoutVars>
      </dgm:prSet>
      <dgm:spPr/>
    </dgm:pt>
    <dgm:pt modelId="{A3E76AAF-A4A4-4CCB-9F32-3CD03AEA0B9B}" type="pres">
      <dgm:prSet presAssocID="{68281CBA-A431-4372-BAB1-F61FEFEB0AA8}" presName="level3hierChild" presStyleCnt="0"/>
      <dgm:spPr/>
    </dgm:pt>
    <dgm:pt modelId="{19BDF6B5-5FF3-4DFA-8DF2-48C23656276E}" type="pres">
      <dgm:prSet presAssocID="{0D7F8A15-81D3-4E93-AAFB-C33C659B43A3}" presName="conn2-1" presStyleLbl="parChTrans1D4" presStyleIdx="3" presStyleCnt="9"/>
      <dgm:spPr/>
    </dgm:pt>
    <dgm:pt modelId="{323D4CD1-A464-4907-8669-4DB541323E8B}" type="pres">
      <dgm:prSet presAssocID="{0D7F8A15-81D3-4E93-AAFB-C33C659B43A3}" presName="connTx" presStyleLbl="parChTrans1D4" presStyleIdx="3" presStyleCnt="9"/>
      <dgm:spPr/>
    </dgm:pt>
    <dgm:pt modelId="{4C9B66C9-F777-447B-B6CD-92C14548D511}" type="pres">
      <dgm:prSet presAssocID="{2680979F-E1DF-4BB9-9DEC-39103FBC50B8}" presName="root2" presStyleCnt="0"/>
      <dgm:spPr/>
    </dgm:pt>
    <dgm:pt modelId="{233AE611-4B29-4274-B940-B74C7160E699}" type="pres">
      <dgm:prSet presAssocID="{2680979F-E1DF-4BB9-9DEC-39103FBC50B8}" presName="LevelTwoTextNode" presStyleLbl="node4" presStyleIdx="3" presStyleCnt="9" custScaleX="1000408">
        <dgm:presLayoutVars>
          <dgm:chPref val="3"/>
        </dgm:presLayoutVars>
      </dgm:prSet>
      <dgm:spPr/>
    </dgm:pt>
    <dgm:pt modelId="{68F9550D-9D60-4C10-8EEB-0EEB47C27E6F}" type="pres">
      <dgm:prSet presAssocID="{2680979F-E1DF-4BB9-9DEC-39103FBC50B8}" presName="level3hierChild" presStyleCnt="0"/>
      <dgm:spPr/>
    </dgm:pt>
    <dgm:pt modelId="{6715DB1C-EACE-460F-AF6A-4B691519ADB1}" type="pres">
      <dgm:prSet presAssocID="{607D6F17-3BDD-4141-891C-6CB998585147}" presName="conn2-1" presStyleLbl="parChTrans1D4" presStyleIdx="4" presStyleCnt="9"/>
      <dgm:spPr/>
    </dgm:pt>
    <dgm:pt modelId="{015661E4-F6A7-48AE-ADE1-F3F3F8C36413}" type="pres">
      <dgm:prSet presAssocID="{607D6F17-3BDD-4141-891C-6CB998585147}" presName="connTx" presStyleLbl="parChTrans1D4" presStyleIdx="4" presStyleCnt="9"/>
      <dgm:spPr/>
    </dgm:pt>
    <dgm:pt modelId="{0C53C8E3-8A32-4A99-A928-71BBB3BAF791}" type="pres">
      <dgm:prSet presAssocID="{3EC8E833-1439-4167-8F6F-C47DB5B7E218}" presName="root2" presStyleCnt="0"/>
      <dgm:spPr/>
    </dgm:pt>
    <dgm:pt modelId="{BE6ED02F-8E32-48F4-B923-5E808745E6BB}" type="pres">
      <dgm:prSet presAssocID="{3EC8E833-1439-4167-8F6F-C47DB5B7E218}" presName="LevelTwoTextNode" presStyleLbl="node4" presStyleIdx="4" presStyleCnt="9" custScaleX="1000408">
        <dgm:presLayoutVars>
          <dgm:chPref val="3"/>
        </dgm:presLayoutVars>
      </dgm:prSet>
      <dgm:spPr/>
    </dgm:pt>
    <dgm:pt modelId="{9324806B-91AD-481E-8FD5-BDA1B1521C84}" type="pres">
      <dgm:prSet presAssocID="{3EC8E833-1439-4167-8F6F-C47DB5B7E218}" presName="level3hierChild" presStyleCnt="0"/>
      <dgm:spPr/>
    </dgm:pt>
    <dgm:pt modelId="{2BFDF2C8-73F7-432E-A168-B0B6085C1ACB}" type="pres">
      <dgm:prSet presAssocID="{36305706-7466-49DC-81EA-13339B051324}" presName="conn2-1" presStyleLbl="parChTrans1D4" presStyleIdx="5" presStyleCnt="9"/>
      <dgm:spPr/>
    </dgm:pt>
    <dgm:pt modelId="{9D32E738-1DB7-45ED-A8C6-96BCF2BD83A3}" type="pres">
      <dgm:prSet presAssocID="{36305706-7466-49DC-81EA-13339B051324}" presName="connTx" presStyleLbl="parChTrans1D4" presStyleIdx="5" presStyleCnt="9"/>
      <dgm:spPr/>
    </dgm:pt>
    <dgm:pt modelId="{8C4FAE64-64C2-4537-A2D4-934DA0F63541}" type="pres">
      <dgm:prSet presAssocID="{BB0197D2-FC90-4BA7-88D0-43B2A6E98678}" presName="root2" presStyleCnt="0"/>
      <dgm:spPr/>
    </dgm:pt>
    <dgm:pt modelId="{590B3B2F-2D3F-4F51-91CD-AF3BF52E7EE3}" type="pres">
      <dgm:prSet presAssocID="{BB0197D2-FC90-4BA7-88D0-43B2A6E98678}" presName="LevelTwoTextNode" presStyleLbl="node4" presStyleIdx="5" presStyleCnt="9" custScaleX="1000408">
        <dgm:presLayoutVars>
          <dgm:chPref val="3"/>
        </dgm:presLayoutVars>
      </dgm:prSet>
      <dgm:spPr/>
    </dgm:pt>
    <dgm:pt modelId="{0AFBC219-5E23-484D-9A24-8D2F456AA77E}" type="pres">
      <dgm:prSet presAssocID="{BB0197D2-FC90-4BA7-88D0-43B2A6E98678}" presName="level3hierChild" presStyleCnt="0"/>
      <dgm:spPr/>
    </dgm:pt>
    <dgm:pt modelId="{2980161C-82AD-47D5-89D4-75E5093138B9}" type="pres">
      <dgm:prSet presAssocID="{0ED9C249-09EF-4C50-8FE7-E90D87DEF76C}" presName="conn2-1" presStyleLbl="parChTrans1D3" presStyleIdx="1" presStyleCnt="6"/>
      <dgm:spPr/>
    </dgm:pt>
    <dgm:pt modelId="{DB03CC64-5737-495D-BC59-01673B5F712E}" type="pres">
      <dgm:prSet presAssocID="{0ED9C249-09EF-4C50-8FE7-E90D87DEF76C}" presName="connTx" presStyleLbl="parChTrans1D3" presStyleIdx="1" presStyleCnt="6"/>
      <dgm:spPr/>
    </dgm:pt>
    <dgm:pt modelId="{EAA905C4-A1AE-4C62-BB32-A6660D8455F0}" type="pres">
      <dgm:prSet presAssocID="{5122018B-93D5-421B-A0DF-352A6DA652F5}" presName="root2" presStyleCnt="0"/>
      <dgm:spPr/>
    </dgm:pt>
    <dgm:pt modelId="{A9442264-2DB3-453B-95E6-1C246F0AE447}" type="pres">
      <dgm:prSet presAssocID="{5122018B-93D5-421B-A0DF-352A6DA652F5}" presName="LevelTwoTextNode" presStyleLbl="node3" presStyleIdx="1" presStyleCnt="6" custScaleX="293878">
        <dgm:presLayoutVars>
          <dgm:chPref val="3"/>
        </dgm:presLayoutVars>
      </dgm:prSet>
      <dgm:spPr/>
    </dgm:pt>
    <dgm:pt modelId="{F29B821B-DA0C-4B6A-BE72-AB92470E26E6}" type="pres">
      <dgm:prSet presAssocID="{5122018B-93D5-421B-A0DF-352A6DA652F5}" presName="level3hierChild" presStyleCnt="0"/>
      <dgm:spPr/>
    </dgm:pt>
    <dgm:pt modelId="{D07FCBE4-6D44-4C87-904F-7BD3E34C9C4B}" type="pres">
      <dgm:prSet presAssocID="{296066E3-D0E2-4870-A952-866418805749}" presName="conn2-1" presStyleLbl="parChTrans1D4" presStyleIdx="6" presStyleCnt="9"/>
      <dgm:spPr/>
    </dgm:pt>
    <dgm:pt modelId="{AF89E5BA-DC82-41C2-89AC-BC7D51FFAC1E}" type="pres">
      <dgm:prSet presAssocID="{296066E3-D0E2-4870-A952-866418805749}" presName="connTx" presStyleLbl="parChTrans1D4" presStyleIdx="6" presStyleCnt="9"/>
      <dgm:spPr/>
    </dgm:pt>
    <dgm:pt modelId="{0B2C73DB-0025-47D8-B076-B5EE9DF2FCD9}" type="pres">
      <dgm:prSet presAssocID="{066ECC05-0409-4239-8791-28C1571D0967}" presName="root2" presStyleCnt="0"/>
      <dgm:spPr/>
    </dgm:pt>
    <dgm:pt modelId="{EC3D432F-E791-40F3-8D38-BE92D698791A}" type="pres">
      <dgm:prSet presAssocID="{066ECC05-0409-4239-8791-28C1571D0967}" presName="LevelTwoTextNode" presStyleLbl="node4" presStyleIdx="6" presStyleCnt="9" custScaleX="1000408">
        <dgm:presLayoutVars>
          <dgm:chPref val="3"/>
        </dgm:presLayoutVars>
      </dgm:prSet>
      <dgm:spPr/>
    </dgm:pt>
    <dgm:pt modelId="{E5A57E31-D679-49DF-9F0A-40BF9EA4B79F}" type="pres">
      <dgm:prSet presAssocID="{066ECC05-0409-4239-8791-28C1571D0967}" presName="level3hierChild" presStyleCnt="0"/>
      <dgm:spPr/>
    </dgm:pt>
    <dgm:pt modelId="{752BDD05-619D-443C-8317-13FCBD676B18}" type="pres">
      <dgm:prSet presAssocID="{B6707441-1B7C-4A84-A2D3-A3BD8EBAA7AB}" presName="conn2-1" presStyleLbl="parChTrans1D4" presStyleIdx="7" presStyleCnt="9"/>
      <dgm:spPr/>
    </dgm:pt>
    <dgm:pt modelId="{5808996C-4D3E-4A93-85C7-18FA141397F0}" type="pres">
      <dgm:prSet presAssocID="{B6707441-1B7C-4A84-A2D3-A3BD8EBAA7AB}" presName="connTx" presStyleLbl="parChTrans1D4" presStyleIdx="7" presStyleCnt="9"/>
      <dgm:spPr/>
    </dgm:pt>
    <dgm:pt modelId="{97BB70F2-8831-403E-9651-F173ECF7B3B8}" type="pres">
      <dgm:prSet presAssocID="{632A2A28-3F37-4276-8BF0-47A9B5B562DB}" presName="root2" presStyleCnt="0"/>
      <dgm:spPr/>
    </dgm:pt>
    <dgm:pt modelId="{55BE17C1-C35C-44D5-99B8-12695C045DE8}" type="pres">
      <dgm:prSet presAssocID="{632A2A28-3F37-4276-8BF0-47A9B5B562DB}" presName="LevelTwoTextNode" presStyleLbl="node4" presStyleIdx="7" presStyleCnt="9" custScaleX="1000408">
        <dgm:presLayoutVars>
          <dgm:chPref val="3"/>
        </dgm:presLayoutVars>
      </dgm:prSet>
      <dgm:spPr/>
    </dgm:pt>
    <dgm:pt modelId="{605F6038-2FC5-405B-8406-7B424A7D24FB}" type="pres">
      <dgm:prSet presAssocID="{632A2A28-3F37-4276-8BF0-47A9B5B562DB}" presName="level3hierChild" presStyleCnt="0"/>
      <dgm:spPr/>
    </dgm:pt>
    <dgm:pt modelId="{06234FE8-0B7A-4EF1-9D52-9E3EC069D30A}" type="pres">
      <dgm:prSet presAssocID="{A188E18E-6E94-48D5-956F-16CE1F0DBD89}" presName="conn2-1" presStyleLbl="parChTrans1D4" presStyleIdx="8" presStyleCnt="9"/>
      <dgm:spPr/>
    </dgm:pt>
    <dgm:pt modelId="{99F4FF02-D0A7-4BEF-B956-CBFF56ADEC8C}" type="pres">
      <dgm:prSet presAssocID="{A188E18E-6E94-48D5-956F-16CE1F0DBD89}" presName="connTx" presStyleLbl="parChTrans1D4" presStyleIdx="8" presStyleCnt="9"/>
      <dgm:spPr/>
    </dgm:pt>
    <dgm:pt modelId="{09EB7CCE-C7A3-4CEF-AC08-F725A9728410}" type="pres">
      <dgm:prSet presAssocID="{3089B8A0-DF5B-4C1B-B067-A45E829E272F}" presName="root2" presStyleCnt="0"/>
      <dgm:spPr/>
    </dgm:pt>
    <dgm:pt modelId="{D7FA73BB-04C4-4DA6-B84F-5B75FEEB81B2}" type="pres">
      <dgm:prSet presAssocID="{3089B8A0-DF5B-4C1B-B067-A45E829E272F}" presName="LevelTwoTextNode" presStyleLbl="node4" presStyleIdx="8" presStyleCnt="9" custScaleX="1000408">
        <dgm:presLayoutVars>
          <dgm:chPref val="3"/>
        </dgm:presLayoutVars>
      </dgm:prSet>
      <dgm:spPr/>
    </dgm:pt>
    <dgm:pt modelId="{4AF01A91-1F12-4A70-AC82-1C6BE2B35A52}" type="pres">
      <dgm:prSet presAssocID="{3089B8A0-DF5B-4C1B-B067-A45E829E272F}" presName="level3hierChild" presStyleCnt="0"/>
      <dgm:spPr/>
    </dgm:pt>
    <dgm:pt modelId="{A66E6107-62CA-42DF-9914-7C3640C89870}" type="pres">
      <dgm:prSet presAssocID="{3F3AD70B-766B-44DE-8644-04466979A83C}" presName="conn2-1" presStyleLbl="parChTrans1D2" presStyleIdx="1" presStyleCnt="4"/>
      <dgm:spPr/>
    </dgm:pt>
    <dgm:pt modelId="{2A6A95C3-6417-48EF-AC2B-B4D9FDBB4B62}" type="pres">
      <dgm:prSet presAssocID="{3F3AD70B-766B-44DE-8644-04466979A83C}" presName="connTx" presStyleLbl="parChTrans1D2" presStyleIdx="1" presStyleCnt="4"/>
      <dgm:spPr/>
    </dgm:pt>
    <dgm:pt modelId="{0B979174-7AF1-4A7B-908B-AACDF8443161}" type="pres">
      <dgm:prSet presAssocID="{C3C30BDC-66C1-4F4A-913F-2413224D9BA6}" presName="root2" presStyleCnt="0"/>
      <dgm:spPr/>
    </dgm:pt>
    <dgm:pt modelId="{DE73F6A3-8DDD-470D-B6F0-7738A08F809A}" type="pres">
      <dgm:prSet presAssocID="{C3C30BDC-66C1-4F4A-913F-2413224D9BA6}" presName="LevelTwoTextNode" presStyleLbl="node2" presStyleIdx="1" presStyleCnt="4" custScaleX="293878">
        <dgm:presLayoutVars>
          <dgm:chPref val="3"/>
        </dgm:presLayoutVars>
      </dgm:prSet>
      <dgm:spPr/>
    </dgm:pt>
    <dgm:pt modelId="{919546ED-5B9F-47FF-A20A-2852636DECED}" type="pres">
      <dgm:prSet presAssocID="{C3C30BDC-66C1-4F4A-913F-2413224D9BA6}" presName="level3hierChild" presStyleCnt="0"/>
      <dgm:spPr/>
    </dgm:pt>
    <dgm:pt modelId="{6BDEA67C-C9C2-4CBE-9A70-FAEF124DC6C7}" type="pres">
      <dgm:prSet presAssocID="{F2A02839-BE33-4C02-AD70-C0C7058F8D55}" presName="conn2-1" presStyleLbl="parChTrans1D2" presStyleIdx="2" presStyleCnt="4"/>
      <dgm:spPr/>
    </dgm:pt>
    <dgm:pt modelId="{383904A1-765E-4040-8D00-A1EF680C12F4}" type="pres">
      <dgm:prSet presAssocID="{F2A02839-BE33-4C02-AD70-C0C7058F8D55}" presName="connTx" presStyleLbl="parChTrans1D2" presStyleIdx="2" presStyleCnt="4"/>
      <dgm:spPr/>
    </dgm:pt>
    <dgm:pt modelId="{15BD0BB1-A8FC-4F31-A2C3-DD15197DEE5D}" type="pres">
      <dgm:prSet presAssocID="{53B1837A-449F-489E-B4DB-2D1C59530662}" presName="root2" presStyleCnt="0"/>
      <dgm:spPr/>
    </dgm:pt>
    <dgm:pt modelId="{71CDB5A4-2C52-4804-BDB5-8A65A8A88575}" type="pres">
      <dgm:prSet presAssocID="{53B1837A-449F-489E-B4DB-2D1C59530662}" presName="LevelTwoTextNode" presStyleLbl="node2" presStyleIdx="2" presStyleCnt="4" custScaleX="293878">
        <dgm:presLayoutVars>
          <dgm:chPref val="3"/>
        </dgm:presLayoutVars>
      </dgm:prSet>
      <dgm:spPr/>
    </dgm:pt>
    <dgm:pt modelId="{D1CE7444-006B-49B2-886C-2CA15B71136C}" type="pres">
      <dgm:prSet presAssocID="{53B1837A-449F-489E-B4DB-2D1C59530662}" presName="level3hierChild" presStyleCnt="0"/>
      <dgm:spPr/>
    </dgm:pt>
    <dgm:pt modelId="{13543686-6086-43A7-A710-E304DD3B5C9A}" type="pres">
      <dgm:prSet presAssocID="{6837865B-B9BB-44E5-9CC0-14F2C461E279}" presName="conn2-1" presStyleLbl="parChTrans1D2" presStyleIdx="3" presStyleCnt="4"/>
      <dgm:spPr/>
    </dgm:pt>
    <dgm:pt modelId="{AACC371D-5071-4E29-BEFD-A11A0F4DF657}" type="pres">
      <dgm:prSet presAssocID="{6837865B-B9BB-44E5-9CC0-14F2C461E279}" presName="connTx" presStyleLbl="parChTrans1D2" presStyleIdx="3" presStyleCnt="4"/>
      <dgm:spPr/>
    </dgm:pt>
    <dgm:pt modelId="{5075D3BF-715B-49BC-B366-4293AFD2D4C3}" type="pres">
      <dgm:prSet presAssocID="{C995926F-8DC2-4BDD-A218-E14619FF6F07}" presName="root2" presStyleCnt="0"/>
      <dgm:spPr/>
    </dgm:pt>
    <dgm:pt modelId="{07122852-5630-47F3-9F83-2DA84748F58D}" type="pres">
      <dgm:prSet presAssocID="{C995926F-8DC2-4BDD-A218-E14619FF6F07}" presName="LevelTwoTextNode" presStyleLbl="node2" presStyleIdx="3" presStyleCnt="4" custScaleX="293878">
        <dgm:presLayoutVars>
          <dgm:chPref val="3"/>
        </dgm:presLayoutVars>
      </dgm:prSet>
      <dgm:spPr/>
    </dgm:pt>
    <dgm:pt modelId="{575E1562-B001-4B2D-9FE0-90F15E8556FB}" type="pres">
      <dgm:prSet presAssocID="{C995926F-8DC2-4BDD-A218-E14619FF6F07}" presName="level3hierChild" presStyleCnt="0"/>
      <dgm:spPr/>
    </dgm:pt>
    <dgm:pt modelId="{187D4ECE-0ECB-4B66-A3B7-2E0F1126BBA5}" type="pres">
      <dgm:prSet presAssocID="{DC7886F6-FD84-46B8-A22B-65E855C94291}" presName="conn2-1" presStyleLbl="parChTrans1D3" presStyleIdx="2" presStyleCnt="6"/>
      <dgm:spPr/>
    </dgm:pt>
    <dgm:pt modelId="{09FBFE28-C0AE-4B5A-8149-19AD3E30E823}" type="pres">
      <dgm:prSet presAssocID="{DC7886F6-FD84-46B8-A22B-65E855C94291}" presName="connTx" presStyleLbl="parChTrans1D3" presStyleIdx="2" presStyleCnt="6"/>
      <dgm:spPr/>
    </dgm:pt>
    <dgm:pt modelId="{BFA849C0-C3E6-489B-BD8E-E0AEFE480E95}" type="pres">
      <dgm:prSet presAssocID="{9B40F874-95D7-44A2-B8D0-E19E7464D8A3}" presName="root2" presStyleCnt="0"/>
      <dgm:spPr/>
    </dgm:pt>
    <dgm:pt modelId="{B22F0157-FC23-420A-82AA-CCFA30A3806A}" type="pres">
      <dgm:prSet presAssocID="{9B40F874-95D7-44A2-B8D0-E19E7464D8A3}" presName="LevelTwoTextNode" presStyleLbl="node3" presStyleIdx="2" presStyleCnt="6" custScaleX="293878">
        <dgm:presLayoutVars>
          <dgm:chPref val="3"/>
        </dgm:presLayoutVars>
      </dgm:prSet>
      <dgm:spPr/>
    </dgm:pt>
    <dgm:pt modelId="{884D1557-4F7F-4042-9118-8D3E4A0D30A4}" type="pres">
      <dgm:prSet presAssocID="{9B40F874-95D7-44A2-B8D0-E19E7464D8A3}" presName="level3hierChild" presStyleCnt="0"/>
      <dgm:spPr/>
    </dgm:pt>
    <dgm:pt modelId="{3E63B4C8-18E5-4D35-B91D-741452CBD1CE}" type="pres">
      <dgm:prSet presAssocID="{10B6C1DE-851B-40D8-A7F5-27C01AA76929}" presName="conn2-1" presStyleLbl="parChTrans1D3" presStyleIdx="3" presStyleCnt="6"/>
      <dgm:spPr/>
    </dgm:pt>
    <dgm:pt modelId="{65D727EF-3014-41E6-BDF4-843B5A38D64A}" type="pres">
      <dgm:prSet presAssocID="{10B6C1DE-851B-40D8-A7F5-27C01AA76929}" presName="connTx" presStyleLbl="parChTrans1D3" presStyleIdx="3" presStyleCnt="6"/>
      <dgm:spPr/>
    </dgm:pt>
    <dgm:pt modelId="{340D1965-81A0-4F51-8423-400B13CD76A2}" type="pres">
      <dgm:prSet presAssocID="{91E7E1DB-01D4-402E-B8F5-1DB28498F9D6}" presName="root2" presStyleCnt="0"/>
      <dgm:spPr/>
    </dgm:pt>
    <dgm:pt modelId="{CC06FC97-57E2-4C8E-97D2-AB4BB305498F}" type="pres">
      <dgm:prSet presAssocID="{91E7E1DB-01D4-402E-B8F5-1DB28498F9D6}" presName="LevelTwoTextNode" presStyleLbl="node3" presStyleIdx="3" presStyleCnt="6" custScaleX="293878">
        <dgm:presLayoutVars>
          <dgm:chPref val="3"/>
        </dgm:presLayoutVars>
      </dgm:prSet>
      <dgm:spPr/>
    </dgm:pt>
    <dgm:pt modelId="{A25A50C7-5AA6-4FA1-86A1-01C7821AC824}" type="pres">
      <dgm:prSet presAssocID="{91E7E1DB-01D4-402E-B8F5-1DB28498F9D6}" presName="level3hierChild" presStyleCnt="0"/>
      <dgm:spPr/>
    </dgm:pt>
    <dgm:pt modelId="{C4D781F4-6FF3-4EC1-B429-1C37C84379F4}" type="pres">
      <dgm:prSet presAssocID="{4BED6D14-7A7B-4951-B012-06C6A421F7AD}" presName="conn2-1" presStyleLbl="parChTrans1D3" presStyleIdx="4" presStyleCnt="6"/>
      <dgm:spPr/>
    </dgm:pt>
    <dgm:pt modelId="{ED620C46-8D45-4205-93A8-B99D366F1AC6}" type="pres">
      <dgm:prSet presAssocID="{4BED6D14-7A7B-4951-B012-06C6A421F7AD}" presName="connTx" presStyleLbl="parChTrans1D3" presStyleIdx="4" presStyleCnt="6"/>
      <dgm:spPr/>
    </dgm:pt>
    <dgm:pt modelId="{AB009490-965B-497A-9B11-EF26499EAFE5}" type="pres">
      <dgm:prSet presAssocID="{C5277248-18DE-4645-A7EF-4B30ECE636A1}" presName="root2" presStyleCnt="0"/>
      <dgm:spPr/>
    </dgm:pt>
    <dgm:pt modelId="{6F6F0635-C4B0-484E-BD17-54C1D208D7BA}" type="pres">
      <dgm:prSet presAssocID="{C5277248-18DE-4645-A7EF-4B30ECE636A1}" presName="LevelTwoTextNode" presStyleLbl="node3" presStyleIdx="4" presStyleCnt="6" custScaleX="293878">
        <dgm:presLayoutVars>
          <dgm:chPref val="3"/>
        </dgm:presLayoutVars>
      </dgm:prSet>
      <dgm:spPr/>
    </dgm:pt>
    <dgm:pt modelId="{E50F0D94-8DB6-4B4D-B863-56775C11F46B}" type="pres">
      <dgm:prSet presAssocID="{C5277248-18DE-4645-A7EF-4B30ECE636A1}" presName="level3hierChild" presStyleCnt="0"/>
      <dgm:spPr/>
    </dgm:pt>
    <dgm:pt modelId="{FD858F46-B97C-4FA7-9DF3-AABA7D549D7C}" type="pres">
      <dgm:prSet presAssocID="{30CFAA91-4C91-4036-A19C-2291C1F06F05}" presName="conn2-1" presStyleLbl="parChTrans1D3" presStyleIdx="5" presStyleCnt="6"/>
      <dgm:spPr/>
    </dgm:pt>
    <dgm:pt modelId="{EA4A8B15-009A-43BF-A50C-5BD6554DB9A9}" type="pres">
      <dgm:prSet presAssocID="{30CFAA91-4C91-4036-A19C-2291C1F06F05}" presName="connTx" presStyleLbl="parChTrans1D3" presStyleIdx="5" presStyleCnt="6"/>
      <dgm:spPr/>
    </dgm:pt>
    <dgm:pt modelId="{BBF6A84C-7244-4644-8C6F-561D94BD9CC0}" type="pres">
      <dgm:prSet presAssocID="{DB4FF6BD-68B4-41B7-855B-CE7EA8C00B2F}" presName="root2" presStyleCnt="0"/>
      <dgm:spPr/>
    </dgm:pt>
    <dgm:pt modelId="{3FD0CACF-FBFA-48E1-BCB3-B02BD668D2B5}" type="pres">
      <dgm:prSet presAssocID="{DB4FF6BD-68B4-41B7-855B-CE7EA8C00B2F}" presName="LevelTwoTextNode" presStyleLbl="node3" presStyleIdx="5" presStyleCnt="6" custScaleX="293878">
        <dgm:presLayoutVars>
          <dgm:chPref val="3"/>
        </dgm:presLayoutVars>
      </dgm:prSet>
      <dgm:spPr/>
    </dgm:pt>
    <dgm:pt modelId="{FAC0C840-2395-44A2-BFE9-0DD0DB5D9344}" type="pres">
      <dgm:prSet presAssocID="{DB4FF6BD-68B4-41B7-855B-CE7EA8C00B2F}" presName="level3hierChild" presStyleCnt="0"/>
      <dgm:spPr/>
    </dgm:pt>
  </dgm:ptLst>
  <dgm:cxnLst>
    <dgm:cxn modelId="{539E4C00-2FB6-4806-B4D8-35042790663D}" srcId="{5122018B-93D5-421B-A0DF-352A6DA652F5}" destId="{3089B8A0-DF5B-4C1B-B067-A45E829E272F}" srcOrd="2" destOrd="0" parTransId="{A188E18E-6E94-48D5-956F-16CE1F0DBD89}" sibTransId="{DC021A1D-26B3-4753-956A-931344116E21}"/>
    <dgm:cxn modelId="{C87A9D0A-6315-4DBD-917D-A3000BDC9795}" type="presOf" srcId="{B6707441-1B7C-4A84-A2D3-A3BD8EBAA7AB}" destId="{752BDD05-619D-443C-8317-13FCBD676B18}" srcOrd="0" destOrd="0" presId="urn:microsoft.com/office/officeart/2005/8/layout/hierarchy2"/>
    <dgm:cxn modelId="{4E4C030B-650A-4353-8E20-C7BEAD3D4DA6}" type="presOf" srcId="{1D73B758-E67C-4D90-8627-294D58FE98E5}" destId="{C071C2F6-2FE9-425E-B94F-A6A1A353B29D}" srcOrd="1" destOrd="0" presId="urn:microsoft.com/office/officeart/2005/8/layout/hierarchy2"/>
    <dgm:cxn modelId="{28D0E00D-096C-4E65-8EAC-5F0B92276A52}" type="presOf" srcId="{9ECCD359-B334-4A6C-A204-E3D4390ECC78}" destId="{3A26ECD8-B3DA-46E1-9297-4CB6E2130B90}" srcOrd="0" destOrd="0" presId="urn:microsoft.com/office/officeart/2005/8/layout/hierarchy2"/>
    <dgm:cxn modelId="{1188790F-D843-4B1F-A40B-3C7E49A25B10}" type="presOf" srcId="{6837865B-B9BB-44E5-9CC0-14F2C461E279}" destId="{13543686-6086-43A7-A710-E304DD3B5C9A}" srcOrd="0" destOrd="0" presId="urn:microsoft.com/office/officeart/2005/8/layout/hierarchy2"/>
    <dgm:cxn modelId="{18A28C16-B9BF-4E9A-90D2-8C03C6D68214}" type="presOf" srcId="{8CA6752C-945B-4976-84DE-BADF262EA352}" destId="{9619A577-19A6-42F4-8B44-BDE0EBF204CF}" srcOrd="0" destOrd="0" presId="urn:microsoft.com/office/officeart/2005/8/layout/hierarchy2"/>
    <dgm:cxn modelId="{7F1F2D19-6B0A-4F5B-8E9A-4DD60FB5BF34}" type="presOf" srcId="{0D7F8A15-81D3-4E93-AAFB-C33C659B43A3}" destId="{323D4CD1-A464-4907-8669-4DB541323E8B}" srcOrd="1" destOrd="0" presId="urn:microsoft.com/office/officeart/2005/8/layout/hierarchy2"/>
    <dgm:cxn modelId="{1B37341D-549A-497A-9036-429B73AD8CFA}" srcId="{99375FCE-87E8-46F9-BC86-F29014F005E7}" destId="{C995926F-8DC2-4BDD-A218-E14619FF6F07}" srcOrd="3" destOrd="0" parTransId="{6837865B-B9BB-44E5-9CC0-14F2C461E279}" sibTransId="{F9A2285D-D81C-4B1F-8B4B-B8C0F838C757}"/>
    <dgm:cxn modelId="{41187E1D-BF19-4E3D-A208-2B53071F3D20}" type="presOf" srcId="{36305706-7466-49DC-81EA-13339B051324}" destId="{2BFDF2C8-73F7-432E-A168-B0B6085C1ACB}" srcOrd="0" destOrd="0" presId="urn:microsoft.com/office/officeart/2005/8/layout/hierarchy2"/>
    <dgm:cxn modelId="{0D4F8D1E-9F67-4A99-AD34-2F1DBD98F136}" srcId="{5DB50963-ADBA-4EEA-BB4B-10198EC57587}" destId="{5122018B-93D5-421B-A0DF-352A6DA652F5}" srcOrd="1" destOrd="0" parTransId="{0ED9C249-09EF-4C50-8FE7-E90D87DEF76C}" sibTransId="{1CE49732-421F-4E16-B0FB-4C7C98AAB433}"/>
    <dgm:cxn modelId="{E480D61F-01E1-4B5B-A020-A0AFDCAE1B21}" type="presOf" srcId="{632A2A28-3F37-4276-8BF0-47A9B5B562DB}" destId="{55BE17C1-C35C-44D5-99B8-12695C045DE8}" srcOrd="0" destOrd="0" presId="urn:microsoft.com/office/officeart/2005/8/layout/hierarchy2"/>
    <dgm:cxn modelId="{C9CB3724-2D10-4A4E-A658-C596B6BEE399}" srcId="{C995926F-8DC2-4BDD-A218-E14619FF6F07}" destId="{91E7E1DB-01D4-402E-B8F5-1DB28498F9D6}" srcOrd="1" destOrd="0" parTransId="{10B6C1DE-851B-40D8-A7F5-27C01AA76929}" sibTransId="{62A1E843-69F4-48CC-A160-AEA5FC57E3A3}"/>
    <dgm:cxn modelId="{42315927-F3C1-489F-9B61-794E96356E6D}" type="presOf" srcId="{2E8E954E-31B4-4C00-8CB9-69B5310889E2}" destId="{02046280-9146-49E4-B1A6-FC4FC6B0200B}" srcOrd="0" destOrd="0" presId="urn:microsoft.com/office/officeart/2005/8/layout/hierarchy2"/>
    <dgm:cxn modelId="{777E6028-451B-4298-9446-4E7D6A2292CC}" type="presOf" srcId="{2E8E954E-31B4-4C00-8CB9-69B5310889E2}" destId="{C9F7D73D-12ED-4D3F-B5F3-75EEAB1FAD80}" srcOrd="1" destOrd="0" presId="urn:microsoft.com/office/officeart/2005/8/layout/hierarchy2"/>
    <dgm:cxn modelId="{886A9A28-CCDE-4888-B69B-127E4B435D7B}" srcId="{B457BC78-73F3-49C5-90D0-65E5385C9188}" destId="{3EC8E833-1439-4167-8F6F-C47DB5B7E218}" srcOrd="4" destOrd="0" parTransId="{607D6F17-3BDD-4141-891C-6CB998585147}" sibTransId="{991E027F-B028-4A81-A939-92DA2C1D5237}"/>
    <dgm:cxn modelId="{94B30C29-8C14-4E56-AC1D-A16ECE632931}" type="presOf" srcId="{A188E18E-6E94-48D5-956F-16CE1F0DBD89}" destId="{99F4FF02-D0A7-4BEF-B956-CBFF56ADEC8C}" srcOrd="1" destOrd="0" presId="urn:microsoft.com/office/officeart/2005/8/layout/hierarchy2"/>
    <dgm:cxn modelId="{A7C7F12E-E2ED-40B0-A59A-1711F5249BBE}" srcId="{99375FCE-87E8-46F9-BC86-F29014F005E7}" destId="{5DB50963-ADBA-4EEA-BB4B-10198EC57587}" srcOrd="0" destOrd="0" parTransId="{2E201219-69C9-48AC-86CE-A2844A81D197}" sibTransId="{4C58A288-6468-4DEF-8430-47CEB20E5521}"/>
    <dgm:cxn modelId="{5FD10C34-CB06-466E-9788-CDFB9CDC3F3E}" type="presOf" srcId="{5122018B-93D5-421B-A0DF-352A6DA652F5}" destId="{A9442264-2DB3-453B-95E6-1C246F0AE447}" srcOrd="0" destOrd="0" presId="urn:microsoft.com/office/officeart/2005/8/layout/hierarchy2"/>
    <dgm:cxn modelId="{EEE7AA34-451A-4662-AF03-B4F95C5D0D97}" type="presOf" srcId="{F2A02839-BE33-4C02-AD70-C0C7058F8D55}" destId="{6BDEA67C-C9C2-4CBE-9A70-FAEF124DC6C7}" srcOrd="0" destOrd="0" presId="urn:microsoft.com/office/officeart/2005/8/layout/hierarchy2"/>
    <dgm:cxn modelId="{99660E38-AE88-484C-BE72-D03818F96393}" type="presOf" srcId="{4BED6D14-7A7B-4951-B012-06C6A421F7AD}" destId="{C4D781F4-6FF3-4EC1-B429-1C37C84379F4}" srcOrd="0" destOrd="0" presId="urn:microsoft.com/office/officeart/2005/8/layout/hierarchy2"/>
    <dgm:cxn modelId="{081D3F3A-FE06-4421-A0A3-B3C5EC056739}" type="presOf" srcId="{9ECCD359-B334-4A6C-A204-E3D4390ECC78}" destId="{BB04014A-3563-4565-B8FD-C6B024A6B5A9}" srcOrd="1" destOrd="0" presId="urn:microsoft.com/office/officeart/2005/8/layout/hierarchy2"/>
    <dgm:cxn modelId="{31CD613C-4845-4933-A728-526D9E2EF9CE}" type="presOf" srcId="{9B40F874-95D7-44A2-B8D0-E19E7464D8A3}" destId="{B22F0157-FC23-420A-82AA-CCFA30A3806A}" srcOrd="0" destOrd="0" presId="urn:microsoft.com/office/officeart/2005/8/layout/hierarchy2"/>
    <dgm:cxn modelId="{FA25683D-CFAB-4CE2-948D-A5988CCBA8F3}" srcId="{F8F470D9-DEB8-48B6-B909-7A1C28DC5753}" destId="{99375FCE-87E8-46F9-BC86-F29014F005E7}" srcOrd="0" destOrd="0" parTransId="{8CC52FBD-1242-43F0-B5EF-F144C49B322A}" sibTransId="{791787EA-4894-4E22-94D2-4A4D45D1BB7B}"/>
    <dgm:cxn modelId="{93B0013F-F813-4A75-9973-3D7067C25F6D}" type="presOf" srcId="{5A803252-DCF8-457E-B30A-1313590E56A7}" destId="{EDD965CC-6C1E-4D70-BD2E-44F5B99DCF26}" srcOrd="1" destOrd="0" presId="urn:microsoft.com/office/officeart/2005/8/layout/hierarchy2"/>
    <dgm:cxn modelId="{D687EB65-89F6-480E-A74A-C6258F59B74B}" srcId="{99375FCE-87E8-46F9-BC86-F29014F005E7}" destId="{C3C30BDC-66C1-4F4A-913F-2413224D9BA6}" srcOrd="1" destOrd="0" parTransId="{3F3AD70B-766B-44DE-8644-04466979A83C}" sibTransId="{8E0DFA87-F749-4729-91E8-E500ED5412C5}"/>
    <dgm:cxn modelId="{8770F245-44AF-4E3D-A38B-1A00A1A757D9}" type="presOf" srcId="{3089B8A0-DF5B-4C1B-B067-A45E829E272F}" destId="{D7FA73BB-04C4-4DA6-B84F-5B75FEEB81B2}" srcOrd="0" destOrd="0" presId="urn:microsoft.com/office/officeart/2005/8/layout/hierarchy2"/>
    <dgm:cxn modelId="{48CFEF66-6A3D-4AF6-B07D-55C1548B8B26}" srcId="{B457BC78-73F3-49C5-90D0-65E5385C9188}" destId="{68281CBA-A431-4372-BAB1-F61FEFEB0AA8}" srcOrd="2" destOrd="0" parTransId="{9ECCD359-B334-4A6C-A204-E3D4390ECC78}" sibTransId="{E0D35119-EC87-495A-8AE4-4BF8EE83FBA0}"/>
    <dgm:cxn modelId="{F9B4196B-ABFF-4409-89E2-E021927A53D0}" type="presOf" srcId="{5DB50963-ADBA-4EEA-BB4B-10198EC57587}" destId="{38FAB092-9F22-419D-B6CE-8D0DD7611935}" srcOrd="0" destOrd="0" presId="urn:microsoft.com/office/officeart/2005/8/layout/hierarchy2"/>
    <dgm:cxn modelId="{31C9ED4F-2342-4AA6-83E4-E2EE8C88C009}" srcId="{5DB50963-ADBA-4EEA-BB4B-10198EC57587}" destId="{B457BC78-73F3-49C5-90D0-65E5385C9188}" srcOrd="0" destOrd="0" parTransId="{1D73B758-E67C-4D90-8627-294D58FE98E5}" sibTransId="{058DEED6-58AA-400A-9460-BDC12F797ED9}"/>
    <dgm:cxn modelId="{D11A2574-5CAA-4C60-9FD8-B00B366171F5}" type="presOf" srcId="{DB4FF6BD-68B4-41B7-855B-CE7EA8C00B2F}" destId="{3FD0CACF-FBFA-48E1-BCB3-B02BD668D2B5}" srcOrd="0" destOrd="0" presId="urn:microsoft.com/office/officeart/2005/8/layout/hierarchy2"/>
    <dgm:cxn modelId="{1F728356-31F2-4690-86B9-7A5F8E539DE3}" srcId="{C995926F-8DC2-4BDD-A218-E14619FF6F07}" destId="{9B40F874-95D7-44A2-B8D0-E19E7464D8A3}" srcOrd="0" destOrd="0" parTransId="{DC7886F6-FD84-46B8-A22B-65E855C94291}" sibTransId="{7F4F2FC1-FA9A-489B-AD46-0F282B641DED}"/>
    <dgm:cxn modelId="{46C2F456-93BD-459F-A16C-D8F491B71CC5}" type="presOf" srcId="{68281CBA-A431-4372-BAB1-F61FEFEB0AA8}" destId="{7F4DC484-67B0-46D5-9AE9-EFF875FD0AE2}" srcOrd="0" destOrd="0" presId="urn:microsoft.com/office/officeart/2005/8/layout/hierarchy2"/>
    <dgm:cxn modelId="{E6534478-4D7A-437A-B9EB-3128966029BD}" type="presOf" srcId="{10B6C1DE-851B-40D8-A7F5-27C01AA76929}" destId="{65D727EF-3014-41E6-BDF4-843B5A38D64A}" srcOrd="1" destOrd="0" presId="urn:microsoft.com/office/officeart/2005/8/layout/hierarchy2"/>
    <dgm:cxn modelId="{C288B658-A780-4968-9A21-CA57DAB236D3}" type="presOf" srcId="{C5277248-18DE-4645-A7EF-4B30ECE636A1}" destId="{6F6F0635-C4B0-484E-BD17-54C1D208D7BA}" srcOrd="0" destOrd="0" presId="urn:microsoft.com/office/officeart/2005/8/layout/hierarchy2"/>
    <dgm:cxn modelId="{B611867B-92D1-440A-85ED-4A2488FC35A5}" type="presOf" srcId="{2680979F-E1DF-4BB9-9DEC-39103FBC50B8}" destId="{233AE611-4B29-4274-B940-B74C7160E699}" srcOrd="0" destOrd="0" presId="urn:microsoft.com/office/officeart/2005/8/layout/hierarchy2"/>
    <dgm:cxn modelId="{28018C84-BB95-4E25-B637-E0B105F1EF07}" type="presOf" srcId="{30CFAA91-4C91-4036-A19C-2291C1F06F05}" destId="{FD858F46-B97C-4FA7-9DF3-AABA7D549D7C}" srcOrd="0" destOrd="0" presId="urn:microsoft.com/office/officeart/2005/8/layout/hierarchy2"/>
    <dgm:cxn modelId="{46C9D889-D9D4-47DB-918A-2AF15ADCCA9E}" type="presOf" srcId="{B457BC78-73F3-49C5-90D0-65E5385C9188}" destId="{854285C5-6CE1-4F42-B433-C982E7D0EA44}" srcOrd="0" destOrd="0" presId="urn:microsoft.com/office/officeart/2005/8/layout/hierarchy2"/>
    <dgm:cxn modelId="{70A6FD8A-3B53-4A88-B838-51634E531AB1}" srcId="{99375FCE-87E8-46F9-BC86-F29014F005E7}" destId="{53B1837A-449F-489E-B4DB-2D1C59530662}" srcOrd="2" destOrd="0" parTransId="{F2A02839-BE33-4C02-AD70-C0C7058F8D55}" sibTransId="{0C1A3D2B-CC98-4F55-82EF-B77DFCCFE7D8}"/>
    <dgm:cxn modelId="{8DAF438B-6684-4424-B807-538D05107571}" srcId="{C995926F-8DC2-4BDD-A218-E14619FF6F07}" destId="{DB4FF6BD-68B4-41B7-855B-CE7EA8C00B2F}" srcOrd="3" destOrd="0" parTransId="{30CFAA91-4C91-4036-A19C-2291C1F06F05}" sibTransId="{004A55AD-3334-47FD-BDB9-F714652648AE}"/>
    <dgm:cxn modelId="{19FC1C8C-3873-498A-9893-F61B9B999884}" type="presOf" srcId="{0D7F8A15-81D3-4E93-AAFB-C33C659B43A3}" destId="{19BDF6B5-5FF3-4DFA-8DF2-48C23656276E}" srcOrd="0" destOrd="0" presId="urn:microsoft.com/office/officeart/2005/8/layout/hierarchy2"/>
    <dgm:cxn modelId="{B0925592-07A6-47AE-956B-34EBF4405DE0}" type="presOf" srcId="{3F3AD70B-766B-44DE-8644-04466979A83C}" destId="{A66E6107-62CA-42DF-9914-7C3640C89870}" srcOrd="0" destOrd="0" presId="urn:microsoft.com/office/officeart/2005/8/layout/hierarchy2"/>
    <dgm:cxn modelId="{6A8DE193-3987-463A-A879-3A8D3847D58E}" type="presOf" srcId="{10B6C1DE-851B-40D8-A7F5-27C01AA76929}" destId="{3E63B4C8-18E5-4D35-B91D-741452CBD1CE}" srcOrd="0" destOrd="0" presId="urn:microsoft.com/office/officeart/2005/8/layout/hierarchy2"/>
    <dgm:cxn modelId="{AA19F894-DF94-4E2A-974F-30D3A5DDB67A}" type="presOf" srcId="{0ED9C249-09EF-4C50-8FE7-E90D87DEF76C}" destId="{DB03CC64-5737-495D-BC59-01673B5F712E}" srcOrd="1" destOrd="0" presId="urn:microsoft.com/office/officeart/2005/8/layout/hierarchy2"/>
    <dgm:cxn modelId="{2D9CDE97-4B3E-461E-8505-159E14C30B40}" type="presOf" srcId="{607D6F17-3BDD-4141-891C-6CB998585147}" destId="{015661E4-F6A7-48AE-ADE1-F3F3F8C36413}" srcOrd="1" destOrd="0" presId="urn:microsoft.com/office/officeart/2005/8/layout/hierarchy2"/>
    <dgm:cxn modelId="{38B75998-763B-4844-88D1-FA2CA3499A36}" type="presOf" srcId="{3EC8E833-1439-4167-8F6F-C47DB5B7E218}" destId="{BE6ED02F-8E32-48F4-B923-5E808745E6BB}" srcOrd="0" destOrd="0" presId="urn:microsoft.com/office/officeart/2005/8/layout/hierarchy2"/>
    <dgm:cxn modelId="{D0F29899-69A6-4AF8-906E-7E007CB7B987}" type="presOf" srcId="{2E201219-69C9-48AC-86CE-A2844A81D197}" destId="{B6990AA8-849C-4CE5-BC6B-BD2DF7474757}" srcOrd="0" destOrd="0" presId="urn:microsoft.com/office/officeart/2005/8/layout/hierarchy2"/>
    <dgm:cxn modelId="{617D419B-B022-40E9-B2F1-114E2927D80D}" type="presOf" srcId="{F2A02839-BE33-4C02-AD70-C0C7058F8D55}" destId="{383904A1-765E-4040-8D00-A1EF680C12F4}" srcOrd="1" destOrd="0" presId="urn:microsoft.com/office/officeart/2005/8/layout/hierarchy2"/>
    <dgm:cxn modelId="{F303BAA7-156B-4522-B171-20928A62AE7A}" srcId="{5122018B-93D5-421B-A0DF-352A6DA652F5}" destId="{066ECC05-0409-4239-8791-28C1571D0967}" srcOrd="0" destOrd="0" parTransId="{296066E3-D0E2-4870-A952-866418805749}" sibTransId="{DD30194E-2AF7-4D61-A422-48DD761AF38A}"/>
    <dgm:cxn modelId="{EA30D6A9-728E-420A-A9CE-D8144DA3F01F}" srcId="{B457BC78-73F3-49C5-90D0-65E5385C9188}" destId="{2680979F-E1DF-4BB9-9DEC-39103FBC50B8}" srcOrd="3" destOrd="0" parTransId="{0D7F8A15-81D3-4E93-AAFB-C33C659B43A3}" sibTransId="{9139D007-7C52-4EF8-9946-11F4A9706142}"/>
    <dgm:cxn modelId="{9F6FB0AC-133D-4B64-944D-7D99C4BC8903}" type="presOf" srcId="{91E7E1DB-01D4-402E-B8F5-1DB28498F9D6}" destId="{CC06FC97-57E2-4C8E-97D2-AB4BB305498F}" srcOrd="0" destOrd="0" presId="urn:microsoft.com/office/officeart/2005/8/layout/hierarchy2"/>
    <dgm:cxn modelId="{D4FEDAB3-F7E9-4070-9512-50C031920680}" type="presOf" srcId="{A188E18E-6E94-48D5-956F-16CE1F0DBD89}" destId="{06234FE8-0B7A-4EF1-9D52-9E3EC069D30A}" srcOrd="0" destOrd="0" presId="urn:microsoft.com/office/officeart/2005/8/layout/hierarchy2"/>
    <dgm:cxn modelId="{D2333FB5-71BC-4282-B80A-3463C6C9C4F8}" type="presOf" srcId="{0ED9C249-09EF-4C50-8FE7-E90D87DEF76C}" destId="{2980161C-82AD-47D5-89D4-75E5093138B9}" srcOrd="0" destOrd="0" presId="urn:microsoft.com/office/officeart/2005/8/layout/hierarchy2"/>
    <dgm:cxn modelId="{3C688DB6-4A79-4CF5-81BF-231E836E365A}" srcId="{B457BC78-73F3-49C5-90D0-65E5385C9188}" destId="{BB0197D2-FC90-4BA7-88D0-43B2A6E98678}" srcOrd="5" destOrd="0" parTransId="{36305706-7466-49DC-81EA-13339B051324}" sibTransId="{ACCF2257-8929-45B0-8AFB-31D7D65F8B3E}"/>
    <dgm:cxn modelId="{5D5855B8-9920-4AF0-890B-6DFA011988AA}" type="presOf" srcId="{4BED6D14-7A7B-4951-B012-06C6A421F7AD}" destId="{ED620C46-8D45-4205-93A8-B99D366F1AC6}" srcOrd="1" destOrd="0" presId="urn:microsoft.com/office/officeart/2005/8/layout/hierarchy2"/>
    <dgm:cxn modelId="{441370BF-35D4-4A90-9A8E-21CF93F7444E}" type="presOf" srcId="{4C1FD013-5041-47BD-BD2E-5A8BE4121636}" destId="{D78DF943-E569-439D-AB7C-850E9A5D2338}" srcOrd="0" destOrd="0" presId="urn:microsoft.com/office/officeart/2005/8/layout/hierarchy2"/>
    <dgm:cxn modelId="{A5833CC1-B256-43B5-818B-4B66242243A1}" type="presOf" srcId="{296066E3-D0E2-4870-A952-866418805749}" destId="{D07FCBE4-6D44-4C87-904F-7BD3E34C9C4B}" srcOrd="0" destOrd="0" presId="urn:microsoft.com/office/officeart/2005/8/layout/hierarchy2"/>
    <dgm:cxn modelId="{843CAFC5-A424-41AA-AEB7-41D0BD468A04}" type="presOf" srcId="{066ECC05-0409-4239-8791-28C1571D0967}" destId="{EC3D432F-E791-40F3-8D38-BE92D698791A}" srcOrd="0" destOrd="0" presId="urn:microsoft.com/office/officeart/2005/8/layout/hierarchy2"/>
    <dgm:cxn modelId="{8823C3C6-16B3-4039-B61F-C0BEC2DB9945}" type="presOf" srcId="{36305706-7466-49DC-81EA-13339B051324}" destId="{9D32E738-1DB7-45ED-A8C6-96BCF2BD83A3}" srcOrd="1" destOrd="0" presId="urn:microsoft.com/office/officeart/2005/8/layout/hierarchy2"/>
    <dgm:cxn modelId="{172E68CE-1C33-4DD7-8B99-5C1D81CDDC8C}" type="presOf" srcId="{30CFAA91-4C91-4036-A19C-2291C1F06F05}" destId="{EA4A8B15-009A-43BF-A50C-5BD6554DB9A9}" srcOrd="1" destOrd="0" presId="urn:microsoft.com/office/officeart/2005/8/layout/hierarchy2"/>
    <dgm:cxn modelId="{E3C61DD1-F33E-467F-BFD3-E4E04694BC00}" type="presOf" srcId="{B6707441-1B7C-4A84-A2D3-A3BD8EBAA7AB}" destId="{5808996C-4D3E-4A93-85C7-18FA141397F0}" srcOrd="1" destOrd="0" presId="urn:microsoft.com/office/officeart/2005/8/layout/hierarchy2"/>
    <dgm:cxn modelId="{AFF018D2-FB61-435D-981C-4A994CE47EE5}" type="presOf" srcId="{BB0197D2-FC90-4BA7-88D0-43B2A6E98678}" destId="{590B3B2F-2D3F-4F51-91CD-AF3BF52E7EE3}" srcOrd="0" destOrd="0" presId="urn:microsoft.com/office/officeart/2005/8/layout/hierarchy2"/>
    <dgm:cxn modelId="{6DA9B7D8-2309-4CB6-9D8F-AD73A2C352B3}" type="presOf" srcId="{607D6F17-3BDD-4141-891C-6CB998585147}" destId="{6715DB1C-EACE-460F-AF6A-4B691519ADB1}" srcOrd="0" destOrd="0" presId="urn:microsoft.com/office/officeart/2005/8/layout/hierarchy2"/>
    <dgm:cxn modelId="{96062FDA-D664-4F10-B08E-838E58237A34}" type="presOf" srcId="{6837865B-B9BB-44E5-9CC0-14F2C461E279}" destId="{AACC371D-5071-4E29-BEFD-A11A0F4DF657}" srcOrd="1" destOrd="0" presId="urn:microsoft.com/office/officeart/2005/8/layout/hierarchy2"/>
    <dgm:cxn modelId="{43F4EADC-F048-48A2-9058-49E73627EF95}" srcId="{C995926F-8DC2-4BDD-A218-E14619FF6F07}" destId="{C5277248-18DE-4645-A7EF-4B30ECE636A1}" srcOrd="2" destOrd="0" parTransId="{4BED6D14-7A7B-4951-B012-06C6A421F7AD}" sibTransId="{28204732-31DB-478F-8EF3-FF470FA271F4}"/>
    <dgm:cxn modelId="{FCB8F0E0-EE3C-4507-AC64-C18250C66DC9}" type="presOf" srcId="{99375FCE-87E8-46F9-BC86-F29014F005E7}" destId="{DFA2932F-EC5C-46EE-8498-73ACDB91A3CB}" srcOrd="0" destOrd="0" presId="urn:microsoft.com/office/officeart/2005/8/layout/hierarchy2"/>
    <dgm:cxn modelId="{8F8EA1E1-8501-4701-B970-87C6F2A6C6A1}" type="presOf" srcId="{1D73B758-E67C-4D90-8627-294D58FE98E5}" destId="{036FD041-22EF-449E-BBE1-6BD6C02A909D}" srcOrd="0" destOrd="0" presId="urn:microsoft.com/office/officeart/2005/8/layout/hierarchy2"/>
    <dgm:cxn modelId="{54A031E2-3F73-46B2-AECD-4A3DA75F618F}" type="presOf" srcId="{F8F470D9-DEB8-48B6-B909-7A1C28DC5753}" destId="{F6A558C9-00D7-458D-8E2C-A920FC5A844C}" srcOrd="0" destOrd="0" presId="urn:microsoft.com/office/officeart/2005/8/layout/hierarchy2"/>
    <dgm:cxn modelId="{3D32D5E4-1AD6-4B5B-8A35-4D561BEB7140}" type="presOf" srcId="{296066E3-D0E2-4870-A952-866418805749}" destId="{AF89E5BA-DC82-41C2-89AC-BC7D51FFAC1E}" srcOrd="1" destOrd="0" presId="urn:microsoft.com/office/officeart/2005/8/layout/hierarchy2"/>
    <dgm:cxn modelId="{9EFC94E9-105E-4B7A-90E6-E64E7C1D0CF1}" type="presOf" srcId="{5A803252-DCF8-457E-B30A-1313590E56A7}" destId="{F961828B-9711-4529-BE6C-EC657D441049}" srcOrd="0" destOrd="0" presId="urn:microsoft.com/office/officeart/2005/8/layout/hierarchy2"/>
    <dgm:cxn modelId="{F2AE67EA-D39B-4FF5-A4D6-44315A15C504}" type="presOf" srcId="{3F3AD70B-766B-44DE-8644-04466979A83C}" destId="{2A6A95C3-6417-48EF-AC2B-B4D9FDBB4B62}" srcOrd="1" destOrd="0" presId="urn:microsoft.com/office/officeart/2005/8/layout/hierarchy2"/>
    <dgm:cxn modelId="{5577A4EE-0406-4AFA-846C-A2AED75ED584}" type="presOf" srcId="{C995926F-8DC2-4BDD-A218-E14619FF6F07}" destId="{07122852-5630-47F3-9F83-2DA84748F58D}" srcOrd="0" destOrd="0" presId="urn:microsoft.com/office/officeart/2005/8/layout/hierarchy2"/>
    <dgm:cxn modelId="{F8CAF9F0-C6F4-4079-B779-B0870BC009FE}" type="presOf" srcId="{53B1837A-449F-489E-B4DB-2D1C59530662}" destId="{71CDB5A4-2C52-4804-BDB5-8A65A8A88575}" srcOrd="0" destOrd="0" presId="urn:microsoft.com/office/officeart/2005/8/layout/hierarchy2"/>
    <dgm:cxn modelId="{C6E47BF2-027E-4093-BBAF-4E63FF9D1580}" srcId="{B457BC78-73F3-49C5-90D0-65E5385C9188}" destId="{8CA6752C-945B-4976-84DE-BADF262EA352}" srcOrd="1" destOrd="0" parTransId="{5A803252-DCF8-457E-B30A-1313590E56A7}" sibTransId="{4E4CF83F-19AD-44A5-8D92-4C8852F44B19}"/>
    <dgm:cxn modelId="{ECD6FEF3-11DE-4D28-B319-106F2E8E0E15}" type="presOf" srcId="{DC7886F6-FD84-46B8-A22B-65E855C94291}" destId="{187D4ECE-0ECB-4B66-A3B7-2E0F1126BBA5}" srcOrd="0" destOrd="0" presId="urn:microsoft.com/office/officeart/2005/8/layout/hierarchy2"/>
    <dgm:cxn modelId="{FF4EFCF5-0C50-444D-ACDF-A6A18B5381F6}" type="presOf" srcId="{2E201219-69C9-48AC-86CE-A2844A81D197}" destId="{F00EB5F7-3648-42B2-B971-7EF7BCB43185}" srcOrd="1" destOrd="0" presId="urn:microsoft.com/office/officeart/2005/8/layout/hierarchy2"/>
    <dgm:cxn modelId="{0CFE8AF6-8F49-45EE-94F0-342E12099C97}" type="presOf" srcId="{DC7886F6-FD84-46B8-A22B-65E855C94291}" destId="{09FBFE28-C0AE-4B5A-8149-19AD3E30E823}" srcOrd="1" destOrd="0" presId="urn:microsoft.com/office/officeart/2005/8/layout/hierarchy2"/>
    <dgm:cxn modelId="{D3809BF8-5C0B-4E40-943C-86A7062FC105}" srcId="{5122018B-93D5-421B-A0DF-352A6DA652F5}" destId="{632A2A28-3F37-4276-8BF0-47A9B5B562DB}" srcOrd="1" destOrd="0" parTransId="{B6707441-1B7C-4A84-A2D3-A3BD8EBAA7AB}" sibTransId="{5B31617B-4C64-4DA4-A5D9-8582E30CE82E}"/>
    <dgm:cxn modelId="{5907DBFB-E53A-466F-8797-4D7D73D3A057}" srcId="{B457BC78-73F3-49C5-90D0-65E5385C9188}" destId="{4C1FD013-5041-47BD-BD2E-5A8BE4121636}" srcOrd="0" destOrd="0" parTransId="{2E8E954E-31B4-4C00-8CB9-69B5310889E2}" sibTransId="{69550963-0B22-40A9-83E8-5074E556227C}"/>
    <dgm:cxn modelId="{543D59FE-19EA-4F4C-819F-EA158747F88F}" type="presOf" srcId="{C3C30BDC-66C1-4F4A-913F-2413224D9BA6}" destId="{DE73F6A3-8DDD-470D-B6F0-7738A08F809A}" srcOrd="0" destOrd="0" presId="urn:microsoft.com/office/officeart/2005/8/layout/hierarchy2"/>
    <dgm:cxn modelId="{E8B74C23-8FA2-4724-AA66-D96F77C850BF}" type="presParOf" srcId="{F6A558C9-00D7-458D-8E2C-A920FC5A844C}" destId="{180D0327-1DEC-4C67-8D0C-7B275D71C3E9}" srcOrd="0" destOrd="0" presId="urn:microsoft.com/office/officeart/2005/8/layout/hierarchy2"/>
    <dgm:cxn modelId="{127A82B0-EAF8-4E1B-87D5-BC0E7857A38C}" type="presParOf" srcId="{180D0327-1DEC-4C67-8D0C-7B275D71C3E9}" destId="{DFA2932F-EC5C-46EE-8498-73ACDB91A3CB}" srcOrd="0" destOrd="0" presId="urn:microsoft.com/office/officeart/2005/8/layout/hierarchy2"/>
    <dgm:cxn modelId="{DAB386C4-B856-4988-9105-60B501C9AC6B}" type="presParOf" srcId="{180D0327-1DEC-4C67-8D0C-7B275D71C3E9}" destId="{7B041A89-F995-4946-A623-A776C092BCDA}" srcOrd="1" destOrd="0" presId="urn:microsoft.com/office/officeart/2005/8/layout/hierarchy2"/>
    <dgm:cxn modelId="{5A872C8F-E165-430E-A95A-0BB265083EE4}" type="presParOf" srcId="{7B041A89-F995-4946-A623-A776C092BCDA}" destId="{B6990AA8-849C-4CE5-BC6B-BD2DF7474757}" srcOrd="0" destOrd="0" presId="urn:microsoft.com/office/officeart/2005/8/layout/hierarchy2"/>
    <dgm:cxn modelId="{8405C775-13D6-4F3F-AA0A-F54FDE168EB1}" type="presParOf" srcId="{B6990AA8-849C-4CE5-BC6B-BD2DF7474757}" destId="{F00EB5F7-3648-42B2-B971-7EF7BCB43185}" srcOrd="0" destOrd="0" presId="urn:microsoft.com/office/officeart/2005/8/layout/hierarchy2"/>
    <dgm:cxn modelId="{33E54646-876C-4C38-9FF5-C8566FC8DDCA}" type="presParOf" srcId="{7B041A89-F995-4946-A623-A776C092BCDA}" destId="{2A1E77C4-4D9A-40AC-8C14-421C2CBFD994}" srcOrd="1" destOrd="0" presId="urn:microsoft.com/office/officeart/2005/8/layout/hierarchy2"/>
    <dgm:cxn modelId="{AC823134-2B42-44D6-A1F3-84043D04A210}" type="presParOf" srcId="{2A1E77C4-4D9A-40AC-8C14-421C2CBFD994}" destId="{38FAB092-9F22-419D-B6CE-8D0DD7611935}" srcOrd="0" destOrd="0" presId="urn:microsoft.com/office/officeart/2005/8/layout/hierarchy2"/>
    <dgm:cxn modelId="{D28B498F-4CF3-4D91-8FDE-B0C3F83A5D89}" type="presParOf" srcId="{2A1E77C4-4D9A-40AC-8C14-421C2CBFD994}" destId="{56968B1F-40C7-4FAE-979B-254A0D1E4E67}" srcOrd="1" destOrd="0" presId="urn:microsoft.com/office/officeart/2005/8/layout/hierarchy2"/>
    <dgm:cxn modelId="{20BCA6B1-DC64-4A1A-A1F0-FD9F9E551069}" type="presParOf" srcId="{56968B1F-40C7-4FAE-979B-254A0D1E4E67}" destId="{036FD041-22EF-449E-BBE1-6BD6C02A909D}" srcOrd="0" destOrd="0" presId="urn:microsoft.com/office/officeart/2005/8/layout/hierarchy2"/>
    <dgm:cxn modelId="{51B96654-E00D-4DB7-B124-11939CBB78E5}" type="presParOf" srcId="{036FD041-22EF-449E-BBE1-6BD6C02A909D}" destId="{C071C2F6-2FE9-425E-B94F-A6A1A353B29D}" srcOrd="0" destOrd="0" presId="urn:microsoft.com/office/officeart/2005/8/layout/hierarchy2"/>
    <dgm:cxn modelId="{6D0A5DD5-773B-4542-A511-BCCFD43A117A}" type="presParOf" srcId="{56968B1F-40C7-4FAE-979B-254A0D1E4E67}" destId="{11400933-8A40-45FC-909C-63DA97CB9D88}" srcOrd="1" destOrd="0" presId="urn:microsoft.com/office/officeart/2005/8/layout/hierarchy2"/>
    <dgm:cxn modelId="{A31F7813-9CD5-4FB7-B346-FFEAF4FC3FC7}" type="presParOf" srcId="{11400933-8A40-45FC-909C-63DA97CB9D88}" destId="{854285C5-6CE1-4F42-B433-C982E7D0EA44}" srcOrd="0" destOrd="0" presId="urn:microsoft.com/office/officeart/2005/8/layout/hierarchy2"/>
    <dgm:cxn modelId="{6CA3FEBF-AD02-41FE-838C-68A73A19D7BB}" type="presParOf" srcId="{11400933-8A40-45FC-909C-63DA97CB9D88}" destId="{03168992-8F13-4B6F-8074-A0E9939A2047}" srcOrd="1" destOrd="0" presId="urn:microsoft.com/office/officeart/2005/8/layout/hierarchy2"/>
    <dgm:cxn modelId="{2A3359E5-9EDD-41ED-829D-BB047A7C18BC}" type="presParOf" srcId="{03168992-8F13-4B6F-8074-A0E9939A2047}" destId="{02046280-9146-49E4-B1A6-FC4FC6B0200B}" srcOrd="0" destOrd="0" presId="urn:microsoft.com/office/officeart/2005/8/layout/hierarchy2"/>
    <dgm:cxn modelId="{7D140FA9-1773-48E1-8DE5-894A4BC3D5B0}" type="presParOf" srcId="{02046280-9146-49E4-B1A6-FC4FC6B0200B}" destId="{C9F7D73D-12ED-4D3F-B5F3-75EEAB1FAD80}" srcOrd="0" destOrd="0" presId="urn:microsoft.com/office/officeart/2005/8/layout/hierarchy2"/>
    <dgm:cxn modelId="{35E65CD2-26BD-4A63-8037-176577990A81}" type="presParOf" srcId="{03168992-8F13-4B6F-8074-A0E9939A2047}" destId="{D31E3900-363C-4B41-BEAB-6471D1CC7E48}" srcOrd="1" destOrd="0" presId="urn:microsoft.com/office/officeart/2005/8/layout/hierarchy2"/>
    <dgm:cxn modelId="{C40F0FB2-26F4-454A-9BA0-DBEA06B8084D}" type="presParOf" srcId="{D31E3900-363C-4B41-BEAB-6471D1CC7E48}" destId="{D78DF943-E569-439D-AB7C-850E9A5D2338}" srcOrd="0" destOrd="0" presId="urn:microsoft.com/office/officeart/2005/8/layout/hierarchy2"/>
    <dgm:cxn modelId="{F31238AE-D9F7-46B8-ABB2-F5BCDD35BCA0}" type="presParOf" srcId="{D31E3900-363C-4B41-BEAB-6471D1CC7E48}" destId="{881FCDD0-CB6B-48C8-80B0-FF24365A903F}" srcOrd="1" destOrd="0" presId="urn:microsoft.com/office/officeart/2005/8/layout/hierarchy2"/>
    <dgm:cxn modelId="{3B1F8E76-D026-4667-A1F0-1B6151E4FF81}" type="presParOf" srcId="{03168992-8F13-4B6F-8074-A0E9939A2047}" destId="{F961828B-9711-4529-BE6C-EC657D441049}" srcOrd="2" destOrd="0" presId="urn:microsoft.com/office/officeart/2005/8/layout/hierarchy2"/>
    <dgm:cxn modelId="{16881333-4479-4BD5-ACBA-47B6C86D544B}" type="presParOf" srcId="{F961828B-9711-4529-BE6C-EC657D441049}" destId="{EDD965CC-6C1E-4D70-BD2E-44F5B99DCF26}" srcOrd="0" destOrd="0" presId="urn:microsoft.com/office/officeart/2005/8/layout/hierarchy2"/>
    <dgm:cxn modelId="{28A306AC-5673-4CC8-9E64-253479DD8EDA}" type="presParOf" srcId="{03168992-8F13-4B6F-8074-A0E9939A2047}" destId="{9F16A521-1202-4206-9F19-2AB4743513D6}" srcOrd="3" destOrd="0" presId="urn:microsoft.com/office/officeart/2005/8/layout/hierarchy2"/>
    <dgm:cxn modelId="{DAA9A3F2-C871-4854-9115-B88A34A69938}" type="presParOf" srcId="{9F16A521-1202-4206-9F19-2AB4743513D6}" destId="{9619A577-19A6-42F4-8B44-BDE0EBF204CF}" srcOrd="0" destOrd="0" presId="urn:microsoft.com/office/officeart/2005/8/layout/hierarchy2"/>
    <dgm:cxn modelId="{90E67FCC-7835-4596-B095-433FA96DED3A}" type="presParOf" srcId="{9F16A521-1202-4206-9F19-2AB4743513D6}" destId="{07B5BDCC-D90E-420D-848C-464C33A06C9C}" srcOrd="1" destOrd="0" presId="urn:microsoft.com/office/officeart/2005/8/layout/hierarchy2"/>
    <dgm:cxn modelId="{6199011C-1CC8-40C0-8295-C047690604D9}" type="presParOf" srcId="{03168992-8F13-4B6F-8074-A0E9939A2047}" destId="{3A26ECD8-B3DA-46E1-9297-4CB6E2130B90}" srcOrd="4" destOrd="0" presId="urn:microsoft.com/office/officeart/2005/8/layout/hierarchy2"/>
    <dgm:cxn modelId="{F6102A7B-D545-4149-85F8-856A795956E3}" type="presParOf" srcId="{3A26ECD8-B3DA-46E1-9297-4CB6E2130B90}" destId="{BB04014A-3563-4565-B8FD-C6B024A6B5A9}" srcOrd="0" destOrd="0" presId="urn:microsoft.com/office/officeart/2005/8/layout/hierarchy2"/>
    <dgm:cxn modelId="{59E1A5DE-AC45-4F8B-B1DE-3A093500A5AE}" type="presParOf" srcId="{03168992-8F13-4B6F-8074-A0E9939A2047}" destId="{5E4A2D5E-60FE-4BB2-8705-96B4A61C2F0D}" srcOrd="5" destOrd="0" presId="urn:microsoft.com/office/officeart/2005/8/layout/hierarchy2"/>
    <dgm:cxn modelId="{68396553-61B0-483D-ABAD-91DDE7CB2DF3}" type="presParOf" srcId="{5E4A2D5E-60FE-4BB2-8705-96B4A61C2F0D}" destId="{7F4DC484-67B0-46D5-9AE9-EFF875FD0AE2}" srcOrd="0" destOrd="0" presId="urn:microsoft.com/office/officeart/2005/8/layout/hierarchy2"/>
    <dgm:cxn modelId="{DC975A32-F280-4DAC-AEB8-53A55A119C33}" type="presParOf" srcId="{5E4A2D5E-60FE-4BB2-8705-96B4A61C2F0D}" destId="{A3E76AAF-A4A4-4CCB-9F32-3CD03AEA0B9B}" srcOrd="1" destOrd="0" presId="urn:microsoft.com/office/officeart/2005/8/layout/hierarchy2"/>
    <dgm:cxn modelId="{6574A072-E916-4DAF-AA1C-326FC8DE1DBE}" type="presParOf" srcId="{03168992-8F13-4B6F-8074-A0E9939A2047}" destId="{19BDF6B5-5FF3-4DFA-8DF2-48C23656276E}" srcOrd="6" destOrd="0" presId="urn:microsoft.com/office/officeart/2005/8/layout/hierarchy2"/>
    <dgm:cxn modelId="{D864A22A-D4AB-485D-A840-CD1C37E558ED}" type="presParOf" srcId="{19BDF6B5-5FF3-4DFA-8DF2-48C23656276E}" destId="{323D4CD1-A464-4907-8669-4DB541323E8B}" srcOrd="0" destOrd="0" presId="urn:microsoft.com/office/officeart/2005/8/layout/hierarchy2"/>
    <dgm:cxn modelId="{AC9E71B6-C25F-4E69-A48D-FBD5865189E4}" type="presParOf" srcId="{03168992-8F13-4B6F-8074-A0E9939A2047}" destId="{4C9B66C9-F777-447B-B6CD-92C14548D511}" srcOrd="7" destOrd="0" presId="urn:microsoft.com/office/officeart/2005/8/layout/hierarchy2"/>
    <dgm:cxn modelId="{470EC21F-5B86-4D34-BB61-535E63E935C8}" type="presParOf" srcId="{4C9B66C9-F777-447B-B6CD-92C14548D511}" destId="{233AE611-4B29-4274-B940-B74C7160E699}" srcOrd="0" destOrd="0" presId="urn:microsoft.com/office/officeart/2005/8/layout/hierarchy2"/>
    <dgm:cxn modelId="{98D27696-8D46-4FE6-93EC-F8AA6F138A2E}" type="presParOf" srcId="{4C9B66C9-F777-447B-B6CD-92C14548D511}" destId="{68F9550D-9D60-4C10-8EEB-0EEB47C27E6F}" srcOrd="1" destOrd="0" presId="urn:microsoft.com/office/officeart/2005/8/layout/hierarchy2"/>
    <dgm:cxn modelId="{CCB33B00-3041-4E03-9287-1D218FF913B3}" type="presParOf" srcId="{03168992-8F13-4B6F-8074-A0E9939A2047}" destId="{6715DB1C-EACE-460F-AF6A-4B691519ADB1}" srcOrd="8" destOrd="0" presId="urn:microsoft.com/office/officeart/2005/8/layout/hierarchy2"/>
    <dgm:cxn modelId="{0B0C2490-B897-4DC1-8279-421A2C531BDC}" type="presParOf" srcId="{6715DB1C-EACE-460F-AF6A-4B691519ADB1}" destId="{015661E4-F6A7-48AE-ADE1-F3F3F8C36413}" srcOrd="0" destOrd="0" presId="urn:microsoft.com/office/officeart/2005/8/layout/hierarchy2"/>
    <dgm:cxn modelId="{2B0E2B82-E1ED-46ED-B193-39772F1ED2F6}" type="presParOf" srcId="{03168992-8F13-4B6F-8074-A0E9939A2047}" destId="{0C53C8E3-8A32-4A99-A928-71BBB3BAF791}" srcOrd="9" destOrd="0" presId="urn:microsoft.com/office/officeart/2005/8/layout/hierarchy2"/>
    <dgm:cxn modelId="{41EC7FC1-9085-4C7A-80BB-4D6BAEDD87F0}" type="presParOf" srcId="{0C53C8E3-8A32-4A99-A928-71BBB3BAF791}" destId="{BE6ED02F-8E32-48F4-B923-5E808745E6BB}" srcOrd="0" destOrd="0" presId="urn:microsoft.com/office/officeart/2005/8/layout/hierarchy2"/>
    <dgm:cxn modelId="{BD17BBDF-349D-4A83-8F58-4E2AA7C369BF}" type="presParOf" srcId="{0C53C8E3-8A32-4A99-A928-71BBB3BAF791}" destId="{9324806B-91AD-481E-8FD5-BDA1B1521C84}" srcOrd="1" destOrd="0" presId="urn:microsoft.com/office/officeart/2005/8/layout/hierarchy2"/>
    <dgm:cxn modelId="{53375002-CDD5-4FE5-BE87-B0730C93D3B8}" type="presParOf" srcId="{03168992-8F13-4B6F-8074-A0E9939A2047}" destId="{2BFDF2C8-73F7-432E-A168-B0B6085C1ACB}" srcOrd="10" destOrd="0" presId="urn:microsoft.com/office/officeart/2005/8/layout/hierarchy2"/>
    <dgm:cxn modelId="{C6DF0D53-2312-4D80-B4F0-CD957FA50FD7}" type="presParOf" srcId="{2BFDF2C8-73F7-432E-A168-B0B6085C1ACB}" destId="{9D32E738-1DB7-45ED-A8C6-96BCF2BD83A3}" srcOrd="0" destOrd="0" presId="urn:microsoft.com/office/officeart/2005/8/layout/hierarchy2"/>
    <dgm:cxn modelId="{39112E41-586A-4A08-9D18-D0326D2BA85F}" type="presParOf" srcId="{03168992-8F13-4B6F-8074-A0E9939A2047}" destId="{8C4FAE64-64C2-4537-A2D4-934DA0F63541}" srcOrd="11" destOrd="0" presId="urn:microsoft.com/office/officeart/2005/8/layout/hierarchy2"/>
    <dgm:cxn modelId="{1171A4D4-9BB6-4E2F-AB1D-50256498A31E}" type="presParOf" srcId="{8C4FAE64-64C2-4537-A2D4-934DA0F63541}" destId="{590B3B2F-2D3F-4F51-91CD-AF3BF52E7EE3}" srcOrd="0" destOrd="0" presId="urn:microsoft.com/office/officeart/2005/8/layout/hierarchy2"/>
    <dgm:cxn modelId="{43A8EA95-87C5-4B9C-A656-A8A020D0684C}" type="presParOf" srcId="{8C4FAE64-64C2-4537-A2D4-934DA0F63541}" destId="{0AFBC219-5E23-484D-9A24-8D2F456AA77E}" srcOrd="1" destOrd="0" presId="urn:microsoft.com/office/officeart/2005/8/layout/hierarchy2"/>
    <dgm:cxn modelId="{000EE1C5-6704-4279-BB86-ECDD3E48B65D}" type="presParOf" srcId="{56968B1F-40C7-4FAE-979B-254A0D1E4E67}" destId="{2980161C-82AD-47D5-89D4-75E5093138B9}" srcOrd="2" destOrd="0" presId="urn:microsoft.com/office/officeart/2005/8/layout/hierarchy2"/>
    <dgm:cxn modelId="{E1CE2A88-1C78-4E11-BA4C-3DEC28FCF5B9}" type="presParOf" srcId="{2980161C-82AD-47D5-89D4-75E5093138B9}" destId="{DB03CC64-5737-495D-BC59-01673B5F712E}" srcOrd="0" destOrd="0" presId="urn:microsoft.com/office/officeart/2005/8/layout/hierarchy2"/>
    <dgm:cxn modelId="{2C0A426A-CAB5-49A6-AECA-C216AB54C462}" type="presParOf" srcId="{56968B1F-40C7-4FAE-979B-254A0D1E4E67}" destId="{EAA905C4-A1AE-4C62-BB32-A6660D8455F0}" srcOrd="3" destOrd="0" presId="urn:microsoft.com/office/officeart/2005/8/layout/hierarchy2"/>
    <dgm:cxn modelId="{26827C85-8991-44B5-A37D-517EA3236F78}" type="presParOf" srcId="{EAA905C4-A1AE-4C62-BB32-A6660D8455F0}" destId="{A9442264-2DB3-453B-95E6-1C246F0AE447}" srcOrd="0" destOrd="0" presId="urn:microsoft.com/office/officeart/2005/8/layout/hierarchy2"/>
    <dgm:cxn modelId="{06BF5D47-5BF1-40AA-A13D-6F19A423332E}" type="presParOf" srcId="{EAA905C4-A1AE-4C62-BB32-A6660D8455F0}" destId="{F29B821B-DA0C-4B6A-BE72-AB92470E26E6}" srcOrd="1" destOrd="0" presId="urn:microsoft.com/office/officeart/2005/8/layout/hierarchy2"/>
    <dgm:cxn modelId="{B3F8A0F5-A093-4854-826E-CDE6C0D2F9D0}" type="presParOf" srcId="{F29B821B-DA0C-4B6A-BE72-AB92470E26E6}" destId="{D07FCBE4-6D44-4C87-904F-7BD3E34C9C4B}" srcOrd="0" destOrd="0" presId="urn:microsoft.com/office/officeart/2005/8/layout/hierarchy2"/>
    <dgm:cxn modelId="{7EE33378-F1B7-4AF9-AA73-1B96A216AE0F}" type="presParOf" srcId="{D07FCBE4-6D44-4C87-904F-7BD3E34C9C4B}" destId="{AF89E5BA-DC82-41C2-89AC-BC7D51FFAC1E}" srcOrd="0" destOrd="0" presId="urn:microsoft.com/office/officeart/2005/8/layout/hierarchy2"/>
    <dgm:cxn modelId="{609A689C-F3AF-4010-8A2A-77F31A70A213}" type="presParOf" srcId="{F29B821B-DA0C-4B6A-BE72-AB92470E26E6}" destId="{0B2C73DB-0025-47D8-B076-B5EE9DF2FCD9}" srcOrd="1" destOrd="0" presId="urn:microsoft.com/office/officeart/2005/8/layout/hierarchy2"/>
    <dgm:cxn modelId="{E2ABB598-6AEC-41B0-B2C1-75DB696C82E5}" type="presParOf" srcId="{0B2C73DB-0025-47D8-B076-B5EE9DF2FCD9}" destId="{EC3D432F-E791-40F3-8D38-BE92D698791A}" srcOrd="0" destOrd="0" presId="urn:microsoft.com/office/officeart/2005/8/layout/hierarchy2"/>
    <dgm:cxn modelId="{23FBEF22-A75F-4989-B882-536674E6712E}" type="presParOf" srcId="{0B2C73DB-0025-47D8-B076-B5EE9DF2FCD9}" destId="{E5A57E31-D679-49DF-9F0A-40BF9EA4B79F}" srcOrd="1" destOrd="0" presId="urn:microsoft.com/office/officeart/2005/8/layout/hierarchy2"/>
    <dgm:cxn modelId="{358395A3-CFD1-4B09-88C0-58E65A1A0717}" type="presParOf" srcId="{F29B821B-DA0C-4B6A-BE72-AB92470E26E6}" destId="{752BDD05-619D-443C-8317-13FCBD676B18}" srcOrd="2" destOrd="0" presId="urn:microsoft.com/office/officeart/2005/8/layout/hierarchy2"/>
    <dgm:cxn modelId="{FB657471-4E5B-449D-A291-7E538D5F692A}" type="presParOf" srcId="{752BDD05-619D-443C-8317-13FCBD676B18}" destId="{5808996C-4D3E-4A93-85C7-18FA141397F0}" srcOrd="0" destOrd="0" presId="urn:microsoft.com/office/officeart/2005/8/layout/hierarchy2"/>
    <dgm:cxn modelId="{08E77B20-67A4-43D0-86B8-34C576C13B67}" type="presParOf" srcId="{F29B821B-DA0C-4B6A-BE72-AB92470E26E6}" destId="{97BB70F2-8831-403E-9651-F173ECF7B3B8}" srcOrd="3" destOrd="0" presId="urn:microsoft.com/office/officeart/2005/8/layout/hierarchy2"/>
    <dgm:cxn modelId="{D9778177-0AC8-4FA1-885D-B2CA2D6D5FBA}" type="presParOf" srcId="{97BB70F2-8831-403E-9651-F173ECF7B3B8}" destId="{55BE17C1-C35C-44D5-99B8-12695C045DE8}" srcOrd="0" destOrd="0" presId="urn:microsoft.com/office/officeart/2005/8/layout/hierarchy2"/>
    <dgm:cxn modelId="{6F58A208-92EE-49FE-B1F7-FB634EA89E39}" type="presParOf" srcId="{97BB70F2-8831-403E-9651-F173ECF7B3B8}" destId="{605F6038-2FC5-405B-8406-7B424A7D24FB}" srcOrd="1" destOrd="0" presId="urn:microsoft.com/office/officeart/2005/8/layout/hierarchy2"/>
    <dgm:cxn modelId="{9DDDD225-3EFF-4FFC-95A4-38E9CAE3F1E3}" type="presParOf" srcId="{F29B821B-DA0C-4B6A-BE72-AB92470E26E6}" destId="{06234FE8-0B7A-4EF1-9D52-9E3EC069D30A}" srcOrd="4" destOrd="0" presId="urn:microsoft.com/office/officeart/2005/8/layout/hierarchy2"/>
    <dgm:cxn modelId="{69FF52C6-FA24-4CAA-B852-0A996B8752DC}" type="presParOf" srcId="{06234FE8-0B7A-4EF1-9D52-9E3EC069D30A}" destId="{99F4FF02-D0A7-4BEF-B956-CBFF56ADEC8C}" srcOrd="0" destOrd="0" presId="urn:microsoft.com/office/officeart/2005/8/layout/hierarchy2"/>
    <dgm:cxn modelId="{D7BB7A09-9D8C-41A2-86E5-9936A94FD7C2}" type="presParOf" srcId="{F29B821B-DA0C-4B6A-BE72-AB92470E26E6}" destId="{09EB7CCE-C7A3-4CEF-AC08-F725A9728410}" srcOrd="5" destOrd="0" presId="urn:microsoft.com/office/officeart/2005/8/layout/hierarchy2"/>
    <dgm:cxn modelId="{F3B6F725-8B0B-40A2-852D-6FFED8C3B3DE}" type="presParOf" srcId="{09EB7CCE-C7A3-4CEF-AC08-F725A9728410}" destId="{D7FA73BB-04C4-4DA6-B84F-5B75FEEB81B2}" srcOrd="0" destOrd="0" presId="urn:microsoft.com/office/officeart/2005/8/layout/hierarchy2"/>
    <dgm:cxn modelId="{63054D09-D482-4C2E-B262-C5EA803E4EB7}" type="presParOf" srcId="{09EB7CCE-C7A3-4CEF-AC08-F725A9728410}" destId="{4AF01A91-1F12-4A70-AC82-1C6BE2B35A52}" srcOrd="1" destOrd="0" presId="urn:microsoft.com/office/officeart/2005/8/layout/hierarchy2"/>
    <dgm:cxn modelId="{E4D024D4-1675-4586-A0D8-2CA8AB587025}" type="presParOf" srcId="{7B041A89-F995-4946-A623-A776C092BCDA}" destId="{A66E6107-62CA-42DF-9914-7C3640C89870}" srcOrd="2" destOrd="0" presId="urn:microsoft.com/office/officeart/2005/8/layout/hierarchy2"/>
    <dgm:cxn modelId="{C2C77C14-A22E-4382-A9E3-0BF57E48017F}" type="presParOf" srcId="{A66E6107-62CA-42DF-9914-7C3640C89870}" destId="{2A6A95C3-6417-48EF-AC2B-B4D9FDBB4B62}" srcOrd="0" destOrd="0" presId="urn:microsoft.com/office/officeart/2005/8/layout/hierarchy2"/>
    <dgm:cxn modelId="{E15BA374-64E5-415E-B7C8-F5C10AD78F87}" type="presParOf" srcId="{7B041A89-F995-4946-A623-A776C092BCDA}" destId="{0B979174-7AF1-4A7B-908B-AACDF8443161}" srcOrd="3" destOrd="0" presId="urn:microsoft.com/office/officeart/2005/8/layout/hierarchy2"/>
    <dgm:cxn modelId="{8491C8B0-8A20-42C7-A939-0C543EB065E4}" type="presParOf" srcId="{0B979174-7AF1-4A7B-908B-AACDF8443161}" destId="{DE73F6A3-8DDD-470D-B6F0-7738A08F809A}" srcOrd="0" destOrd="0" presId="urn:microsoft.com/office/officeart/2005/8/layout/hierarchy2"/>
    <dgm:cxn modelId="{FA538F59-1B56-4921-99C1-64BF0080F860}" type="presParOf" srcId="{0B979174-7AF1-4A7B-908B-AACDF8443161}" destId="{919546ED-5B9F-47FF-A20A-2852636DECED}" srcOrd="1" destOrd="0" presId="urn:microsoft.com/office/officeart/2005/8/layout/hierarchy2"/>
    <dgm:cxn modelId="{EFDE9208-C910-48FB-B409-8FBCB0754A36}" type="presParOf" srcId="{7B041A89-F995-4946-A623-A776C092BCDA}" destId="{6BDEA67C-C9C2-4CBE-9A70-FAEF124DC6C7}" srcOrd="4" destOrd="0" presId="urn:microsoft.com/office/officeart/2005/8/layout/hierarchy2"/>
    <dgm:cxn modelId="{AE91D15F-E061-4A32-8731-D4A2EF0FCC6C}" type="presParOf" srcId="{6BDEA67C-C9C2-4CBE-9A70-FAEF124DC6C7}" destId="{383904A1-765E-4040-8D00-A1EF680C12F4}" srcOrd="0" destOrd="0" presId="urn:microsoft.com/office/officeart/2005/8/layout/hierarchy2"/>
    <dgm:cxn modelId="{BA725BFE-6B13-417C-BC1A-D1ACDE7B7A88}" type="presParOf" srcId="{7B041A89-F995-4946-A623-A776C092BCDA}" destId="{15BD0BB1-A8FC-4F31-A2C3-DD15197DEE5D}" srcOrd="5" destOrd="0" presId="urn:microsoft.com/office/officeart/2005/8/layout/hierarchy2"/>
    <dgm:cxn modelId="{54A4865C-DC7C-4999-A135-AE0B0E27D333}" type="presParOf" srcId="{15BD0BB1-A8FC-4F31-A2C3-DD15197DEE5D}" destId="{71CDB5A4-2C52-4804-BDB5-8A65A8A88575}" srcOrd="0" destOrd="0" presId="urn:microsoft.com/office/officeart/2005/8/layout/hierarchy2"/>
    <dgm:cxn modelId="{06F11CD0-6F14-43C7-8294-0EBF77C316E0}" type="presParOf" srcId="{15BD0BB1-A8FC-4F31-A2C3-DD15197DEE5D}" destId="{D1CE7444-006B-49B2-886C-2CA15B71136C}" srcOrd="1" destOrd="0" presId="urn:microsoft.com/office/officeart/2005/8/layout/hierarchy2"/>
    <dgm:cxn modelId="{A2E356BA-25BA-4B06-8668-030359786EAC}" type="presParOf" srcId="{7B041A89-F995-4946-A623-A776C092BCDA}" destId="{13543686-6086-43A7-A710-E304DD3B5C9A}" srcOrd="6" destOrd="0" presId="urn:microsoft.com/office/officeart/2005/8/layout/hierarchy2"/>
    <dgm:cxn modelId="{9ECE53CF-8C13-4ACD-AF62-CEA6DB2B0A70}" type="presParOf" srcId="{13543686-6086-43A7-A710-E304DD3B5C9A}" destId="{AACC371D-5071-4E29-BEFD-A11A0F4DF657}" srcOrd="0" destOrd="0" presId="urn:microsoft.com/office/officeart/2005/8/layout/hierarchy2"/>
    <dgm:cxn modelId="{A697E6C2-7328-4D97-9842-48E0BBB11959}" type="presParOf" srcId="{7B041A89-F995-4946-A623-A776C092BCDA}" destId="{5075D3BF-715B-49BC-B366-4293AFD2D4C3}" srcOrd="7" destOrd="0" presId="urn:microsoft.com/office/officeart/2005/8/layout/hierarchy2"/>
    <dgm:cxn modelId="{42044F66-D65B-4156-AC0B-6D3C0419B495}" type="presParOf" srcId="{5075D3BF-715B-49BC-B366-4293AFD2D4C3}" destId="{07122852-5630-47F3-9F83-2DA84748F58D}" srcOrd="0" destOrd="0" presId="urn:microsoft.com/office/officeart/2005/8/layout/hierarchy2"/>
    <dgm:cxn modelId="{4179E9E7-6BCC-4870-B45F-9AFCE2CF6780}" type="presParOf" srcId="{5075D3BF-715B-49BC-B366-4293AFD2D4C3}" destId="{575E1562-B001-4B2D-9FE0-90F15E8556FB}" srcOrd="1" destOrd="0" presId="urn:microsoft.com/office/officeart/2005/8/layout/hierarchy2"/>
    <dgm:cxn modelId="{FA3D7794-04FC-4CA5-AC53-1E0B11FF26F5}" type="presParOf" srcId="{575E1562-B001-4B2D-9FE0-90F15E8556FB}" destId="{187D4ECE-0ECB-4B66-A3B7-2E0F1126BBA5}" srcOrd="0" destOrd="0" presId="urn:microsoft.com/office/officeart/2005/8/layout/hierarchy2"/>
    <dgm:cxn modelId="{08D17C9A-0686-466F-9B91-5AF63A12F3B1}" type="presParOf" srcId="{187D4ECE-0ECB-4B66-A3B7-2E0F1126BBA5}" destId="{09FBFE28-C0AE-4B5A-8149-19AD3E30E823}" srcOrd="0" destOrd="0" presId="urn:microsoft.com/office/officeart/2005/8/layout/hierarchy2"/>
    <dgm:cxn modelId="{2C7D1823-0B0D-4BC7-A76B-FC055B042591}" type="presParOf" srcId="{575E1562-B001-4B2D-9FE0-90F15E8556FB}" destId="{BFA849C0-C3E6-489B-BD8E-E0AEFE480E95}" srcOrd="1" destOrd="0" presId="urn:microsoft.com/office/officeart/2005/8/layout/hierarchy2"/>
    <dgm:cxn modelId="{E35B3320-5EBC-4FF4-92E1-9FD02B7FBC35}" type="presParOf" srcId="{BFA849C0-C3E6-489B-BD8E-E0AEFE480E95}" destId="{B22F0157-FC23-420A-82AA-CCFA30A3806A}" srcOrd="0" destOrd="0" presId="urn:microsoft.com/office/officeart/2005/8/layout/hierarchy2"/>
    <dgm:cxn modelId="{76F3ABBC-98D7-4AAD-82D8-58D74EF239AE}" type="presParOf" srcId="{BFA849C0-C3E6-489B-BD8E-E0AEFE480E95}" destId="{884D1557-4F7F-4042-9118-8D3E4A0D30A4}" srcOrd="1" destOrd="0" presId="urn:microsoft.com/office/officeart/2005/8/layout/hierarchy2"/>
    <dgm:cxn modelId="{159C4651-1BFB-4A4C-95E0-7078D85A4D57}" type="presParOf" srcId="{575E1562-B001-4B2D-9FE0-90F15E8556FB}" destId="{3E63B4C8-18E5-4D35-B91D-741452CBD1CE}" srcOrd="2" destOrd="0" presId="urn:microsoft.com/office/officeart/2005/8/layout/hierarchy2"/>
    <dgm:cxn modelId="{057B4755-DC7B-4C89-8C5B-A6925279FA46}" type="presParOf" srcId="{3E63B4C8-18E5-4D35-B91D-741452CBD1CE}" destId="{65D727EF-3014-41E6-BDF4-843B5A38D64A}" srcOrd="0" destOrd="0" presId="urn:microsoft.com/office/officeart/2005/8/layout/hierarchy2"/>
    <dgm:cxn modelId="{90027565-6F6B-4024-9858-4A46B1C0E3D7}" type="presParOf" srcId="{575E1562-B001-4B2D-9FE0-90F15E8556FB}" destId="{340D1965-81A0-4F51-8423-400B13CD76A2}" srcOrd="3" destOrd="0" presId="urn:microsoft.com/office/officeart/2005/8/layout/hierarchy2"/>
    <dgm:cxn modelId="{B98C5879-017F-4CC1-BFF3-CE3479D78C58}" type="presParOf" srcId="{340D1965-81A0-4F51-8423-400B13CD76A2}" destId="{CC06FC97-57E2-4C8E-97D2-AB4BB305498F}" srcOrd="0" destOrd="0" presId="urn:microsoft.com/office/officeart/2005/8/layout/hierarchy2"/>
    <dgm:cxn modelId="{4974F660-E9FF-4CF9-97BA-3FE8499EA480}" type="presParOf" srcId="{340D1965-81A0-4F51-8423-400B13CD76A2}" destId="{A25A50C7-5AA6-4FA1-86A1-01C7821AC824}" srcOrd="1" destOrd="0" presId="urn:microsoft.com/office/officeart/2005/8/layout/hierarchy2"/>
    <dgm:cxn modelId="{8391CA51-4AB7-4B42-85A4-B23E8D231437}" type="presParOf" srcId="{575E1562-B001-4B2D-9FE0-90F15E8556FB}" destId="{C4D781F4-6FF3-4EC1-B429-1C37C84379F4}" srcOrd="4" destOrd="0" presId="urn:microsoft.com/office/officeart/2005/8/layout/hierarchy2"/>
    <dgm:cxn modelId="{861184C4-001E-44DD-A9FB-45FDA9239D1A}" type="presParOf" srcId="{C4D781F4-6FF3-4EC1-B429-1C37C84379F4}" destId="{ED620C46-8D45-4205-93A8-B99D366F1AC6}" srcOrd="0" destOrd="0" presId="urn:microsoft.com/office/officeart/2005/8/layout/hierarchy2"/>
    <dgm:cxn modelId="{37C6F4CA-40D5-41D7-B1AA-D9926FE4961C}" type="presParOf" srcId="{575E1562-B001-4B2D-9FE0-90F15E8556FB}" destId="{AB009490-965B-497A-9B11-EF26499EAFE5}" srcOrd="5" destOrd="0" presId="urn:microsoft.com/office/officeart/2005/8/layout/hierarchy2"/>
    <dgm:cxn modelId="{C117A540-8C08-4C22-9FD4-4A990791128C}" type="presParOf" srcId="{AB009490-965B-497A-9B11-EF26499EAFE5}" destId="{6F6F0635-C4B0-484E-BD17-54C1D208D7BA}" srcOrd="0" destOrd="0" presId="urn:microsoft.com/office/officeart/2005/8/layout/hierarchy2"/>
    <dgm:cxn modelId="{BBD850D5-2808-48F0-92F3-8EB5A27168DC}" type="presParOf" srcId="{AB009490-965B-497A-9B11-EF26499EAFE5}" destId="{E50F0D94-8DB6-4B4D-B863-56775C11F46B}" srcOrd="1" destOrd="0" presId="urn:microsoft.com/office/officeart/2005/8/layout/hierarchy2"/>
    <dgm:cxn modelId="{1CBF7C9A-5801-4A6B-94E9-F9E788310EA4}" type="presParOf" srcId="{575E1562-B001-4B2D-9FE0-90F15E8556FB}" destId="{FD858F46-B97C-4FA7-9DF3-AABA7D549D7C}" srcOrd="6" destOrd="0" presId="urn:microsoft.com/office/officeart/2005/8/layout/hierarchy2"/>
    <dgm:cxn modelId="{51EA8C86-1364-4559-AB71-AF523FB0DCF5}" type="presParOf" srcId="{FD858F46-B97C-4FA7-9DF3-AABA7D549D7C}" destId="{EA4A8B15-009A-43BF-A50C-5BD6554DB9A9}" srcOrd="0" destOrd="0" presId="urn:microsoft.com/office/officeart/2005/8/layout/hierarchy2"/>
    <dgm:cxn modelId="{93A5D871-C941-440D-8F02-CE8330B678EA}" type="presParOf" srcId="{575E1562-B001-4B2D-9FE0-90F15E8556FB}" destId="{BBF6A84C-7244-4644-8C6F-561D94BD9CC0}" srcOrd="7" destOrd="0" presId="urn:microsoft.com/office/officeart/2005/8/layout/hierarchy2"/>
    <dgm:cxn modelId="{91F7EF01-827B-4AEC-A23F-E6AA893CAB27}" type="presParOf" srcId="{BBF6A84C-7244-4644-8C6F-561D94BD9CC0}" destId="{3FD0CACF-FBFA-48E1-BCB3-B02BD668D2B5}" srcOrd="0" destOrd="0" presId="urn:microsoft.com/office/officeart/2005/8/layout/hierarchy2"/>
    <dgm:cxn modelId="{D31D0405-76FC-4870-AC6C-E54F7E3CD97A}" type="presParOf" srcId="{BBF6A84C-7244-4644-8C6F-561D94BD9CC0}" destId="{FAC0C840-2395-44A2-BFE9-0DD0DB5D9344}"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769601" cy="4383156"/>
        <a:chOff x="0" y="0"/>
        <a:chExt cx="10769601" cy="4383156"/>
      </a:xfrm>
    </dsp:grpSpPr>
    <dsp:sp modelId="{DFA2932F-EC5C-46EE-8498-73ACDB91A3CB}">
      <dsp:nvSpPr>
        <dsp:cNvPr id="3" name="圆角矩形 2"/>
        <dsp:cNvSpPr/>
      </dsp:nvSpPr>
      <dsp:spPr bwMode="white">
        <a:xfrm>
          <a:off x="0" y="2573779"/>
          <a:ext cx="1230053"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数据类型</a:t>
          </a:r>
        </a:p>
      </dsp:txBody>
      <dsp:txXfrm>
        <a:off x="0" y="2573779"/>
        <a:ext cx="1230053" cy="279234"/>
      </dsp:txXfrm>
    </dsp:sp>
    <dsp:sp modelId="{B6990AA8-849C-4CE5-BC6B-BD2DF7474757}">
      <dsp:nvSpPr>
        <dsp:cNvPr id="4" name="任意多边形 3"/>
        <dsp:cNvSpPr/>
      </dsp:nvSpPr>
      <dsp:spPr bwMode="white">
        <a:xfrm>
          <a:off x="944397" y="2326334"/>
          <a:ext cx="794700" cy="11467"/>
        </a:xfrm>
        <a:custGeom>
          <a:avLst/>
          <a:gdLst/>
          <a:ahLst/>
          <a:cxnLst/>
          <a:pathLst>
            <a:path w="1251" h="18">
              <a:moveTo>
                <a:pt x="450" y="610"/>
              </a:moveTo>
              <a:lnTo>
                <a:pt x="802" y="-591"/>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944397" y="2326334"/>
        <a:ext cx="794700" cy="11467"/>
      </dsp:txXfrm>
    </dsp:sp>
    <dsp:sp modelId="{38FAB092-9F22-419D-B6CE-8D0DD7611935}">
      <dsp:nvSpPr>
        <dsp:cNvPr id="5" name="圆角矩形 4"/>
        <dsp:cNvSpPr/>
      </dsp:nvSpPr>
      <dsp:spPr bwMode="white">
        <a:xfrm>
          <a:off x="1453441" y="1811122"/>
          <a:ext cx="1641214"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基本类型</a:t>
          </a:r>
        </a:p>
      </dsp:txBody>
      <dsp:txXfrm>
        <a:off x="1453441" y="1811122"/>
        <a:ext cx="1641214" cy="279234"/>
      </dsp:txXfrm>
    </dsp:sp>
    <dsp:sp modelId="{036FD041-22EF-449E-BBE1-6BD6C02A909D}">
      <dsp:nvSpPr>
        <dsp:cNvPr id="6" name="任意多边形 5"/>
        <dsp:cNvSpPr/>
      </dsp:nvSpPr>
      <dsp:spPr bwMode="white">
        <a:xfrm>
          <a:off x="2828217" y="1583746"/>
          <a:ext cx="756263" cy="11467"/>
        </a:xfrm>
        <a:custGeom>
          <a:avLst/>
          <a:gdLst/>
          <a:ahLst/>
          <a:cxnLst/>
          <a:pathLst>
            <a:path w="1191" h="18">
              <a:moveTo>
                <a:pt x="420" y="578"/>
              </a:moveTo>
              <a:lnTo>
                <a:pt x="771" y="-560"/>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2828217" y="1583746"/>
        <a:ext cx="756263" cy="11467"/>
      </dsp:txXfrm>
    </dsp:sp>
    <dsp:sp modelId="{854285C5-6CE1-4F42-B433-C982E7D0EA44}">
      <dsp:nvSpPr>
        <dsp:cNvPr id="7" name="圆角矩形 6"/>
        <dsp:cNvSpPr/>
      </dsp:nvSpPr>
      <dsp:spPr bwMode="white">
        <a:xfrm>
          <a:off x="3318042" y="1088604"/>
          <a:ext cx="1641214"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整型类型</a:t>
          </a:r>
        </a:p>
      </dsp:txBody>
      <dsp:txXfrm>
        <a:off x="3318042" y="1088604"/>
        <a:ext cx="1641214" cy="279234"/>
      </dsp:txXfrm>
    </dsp:sp>
    <dsp:sp modelId="{02046280-9146-49E4-B1A6-FC4FC6B0200B}">
      <dsp:nvSpPr>
        <dsp:cNvPr id="8" name="任意多边形 7"/>
        <dsp:cNvSpPr/>
      </dsp:nvSpPr>
      <dsp:spPr bwMode="white">
        <a:xfrm>
          <a:off x="4654301" y="821089"/>
          <a:ext cx="833298" cy="11467"/>
        </a:xfrm>
        <a:custGeom>
          <a:avLst/>
          <a:gdLst/>
          <a:ahLst/>
          <a:cxnLst/>
          <a:pathLst>
            <a:path w="1312" h="18">
              <a:moveTo>
                <a:pt x="480" y="641"/>
              </a:moveTo>
              <a:lnTo>
                <a:pt x="832" y="-623"/>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654301" y="821089"/>
        <a:ext cx="833298" cy="11467"/>
      </dsp:txXfrm>
    </dsp:sp>
    <dsp:sp modelId="{D78DF943-E569-439D-AB7C-850E9A5D2338}">
      <dsp:nvSpPr>
        <dsp:cNvPr id="9" name="圆角矩形 8"/>
        <dsp:cNvSpPr/>
      </dsp:nvSpPr>
      <dsp:spPr bwMode="white">
        <a:xfrm>
          <a:off x="5182643" y="285806"/>
          <a:ext cx="5586958"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基本整型 </a:t>
          </a:r>
          <a:r>
            <a:rPr lang="en-US" altLang="zh-CN" sz="1600" err="1"/>
            <a:t>int</a:t>
          </a:r>
          <a:endParaRPr lang="zh-CN" altLang="en-US" sz="1600"/>
        </a:p>
      </dsp:txBody>
      <dsp:txXfrm>
        <a:off x="5182643" y="285806"/>
        <a:ext cx="5586958" cy="279234"/>
      </dsp:txXfrm>
    </dsp:sp>
    <dsp:sp modelId="{F961828B-9711-4529-BE6C-EC657D441049}">
      <dsp:nvSpPr>
        <dsp:cNvPr id="10" name="任意多边形 9"/>
        <dsp:cNvSpPr/>
      </dsp:nvSpPr>
      <dsp:spPr bwMode="white">
        <a:xfrm>
          <a:off x="4805471" y="981648"/>
          <a:ext cx="530958" cy="11467"/>
        </a:xfrm>
        <a:custGeom>
          <a:avLst/>
          <a:gdLst/>
          <a:ahLst/>
          <a:cxnLst/>
          <a:pathLst>
            <a:path w="836" h="18">
              <a:moveTo>
                <a:pt x="242" y="388"/>
              </a:moveTo>
              <a:lnTo>
                <a:pt x="594" y="-370"/>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805471" y="981648"/>
        <a:ext cx="530958" cy="11467"/>
      </dsp:txXfrm>
    </dsp:sp>
    <dsp:sp modelId="{9619A577-19A6-42F4-8B44-BDE0EBF204CF}">
      <dsp:nvSpPr>
        <dsp:cNvPr id="11" name="圆角矩形 10"/>
        <dsp:cNvSpPr/>
      </dsp:nvSpPr>
      <dsp:spPr bwMode="white">
        <a:xfrm>
          <a:off x="5182643" y="606925"/>
          <a:ext cx="5586958"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短整型 </a:t>
          </a:r>
          <a:r>
            <a:rPr lang="en-US" altLang="zh-CN" sz="1600"/>
            <a:t>short </a:t>
          </a:r>
          <a:r>
            <a:rPr lang="en-US" altLang="zh-CN" sz="1600" err="1"/>
            <a:t>int</a:t>
          </a:r>
          <a:endParaRPr lang="zh-CN" altLang="en-US" sz="1600"/>
        </a:p>
      </dsp:txBody>
      <dsp:txXfrm>
        <a:off x="5182643" y="606925"/>
        <a:ext cx="5586958" cy="279234"/>
      </dsp:txXfrm>
    </dsp:sp>
    <dsp:sp modelId="{3A26ECD8-B3DA-46E1-9297-4CB6E2130B90}">
      <dsp:nvSpPr>
        <dsp:cNvPr id="12" name="任意多边形 11"/>
        <dsp:cNvSpPr/>
      </dsp:nvSpPr>
      <dsp:spPr bwMode="white">
        <a:xfrm>
          <a:off x="4933399" y="1142208"/>
          <a:ext cx="275102" cy="11467"/>
        </a:xfrm>
        <a:custGeom>
          <a:avLst/>
          <a:gdLst/>
          <a:ahLst/>
          <a:cxnLst/>
          <a:pathLst>
            <a:path w="433" h="18">
              <a:moveTo>
                <a:pt x="41" y="135"/>
              </a:moveTo>
              <a:lnTo>
                <a:pt x="393" y="-117"/>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933399" y="1142208"/>
        <a:ext cx="275102" cy="11467"/>
      </dsp:txXfrm>
    </dsp:sp>
    <dsp:sp modelId="{7F4DC484-67B0-46D5-9AE9-EFF875FD0AE2}">
      <dsp:nvSpPr>
        <dsp:cNvPr id="13" name="圆角矩形 12"/>
        <dsp:cNvSpPr/>
      </dsp:nvSpPr>
      <dsp:spPr bwMode="white">
        <a:xfrm>
          <a:off x="5182643" y="928044"/>
          <a:ext cx="5586958"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长整型 </a:t>
          </a:r>
          <a:r>
            <a:rPr lang="en-US" altLang="zh-CN" sz="1600"/>
            <a:t>long </a:t>
          </a:r>
          <a:r>
            <a:rPr lang="en-US" altLang="zh-CN" sz="1600" err="1"/>
            <a:t>int</a:t>
          </a:r>
          <a:endParaRPr lang="zh-CN" altLang="en-US" sz="1600"/>
        </a:p>
      </dsp:txBody>
      <dsp:txXfrm>
        <a:off x="5182643" y="928044"/>
        <a:ext cx="5586958" cy="279234"/>
      </dsp:txXfrm>
    </dsp:sp>
    <dsp:sp modelId="{19BDF6B5-5FF3-4DFA-8DF2-48C23656276E}">
      <dsp:nvSpPr>
        <dsp:cNvPr id="14" name="任意多边形 13"/>
        <dsp:cNvSpPr/>
      </dsp:nvSpPr>
      <dsp:spPr bwMode="white">
        <a:xfrm>
          <a:off x="4933399" y="1302767"/>
          <a:ext cx="275102" cy="11467"/>
        </a:xfrm>
        <a:custGeom>
          <a:avLst/>
          <a:gdLst/>
          <a:ahLst/>
          <a:cxnLst/>
          <a:pathLst>
            <a:path w="433" h="18">
              <a:moveTo>
                <a:pt x="41" y="-117"/>
              </a:moveTo>
              <a:lnTo>
                <a:pt x="393" y="135"/>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933399" y="1302767"/>
        <a:ext cx="275102" cy="11467"/>
      </dsp:txXfrm>
    </dsp:sp>
    <dsp:sp modelId="{233AE611-4B29-4274-B940-B74C7160E699}">
      <dsp:nvSpPr>
        <dsp:cNvPr id="15" name="圆角矩形 14"/>
        <dsp:cNvSpPr/>
      </dsp:nvSpPr>
      <dsp:spPr bwMode="white">
        <a:xfrm>
          <a:off x="5182643" y="1249163"/>
          <a:ext cx="5586958"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*双长整型 </a:t>
          </a:r>
          <a:r>
            <a:rPr lang="en-US" altLang="zh-CN" sz="1600"/>
            <a:t>long </a:t>
          </a:r>
          <a:r>
            <a:rPr lang="en-US" altLang="zh-CN" sz="1600" err="1"/>
            <a:t>long</a:t>
          </a:r>
          <a:r>
            <a:rPr lang="en-US" altLang="zh-CN" sz="1600"/>
            <a:t> </a:t>
          </a:r>
          <a:r>
            <a:rPr lang="en-US" altLang="zh-CN" sz="1600" err="1"/>
            <a:t>int</a:t>
          </a:r>
          <a:endParaRPr lang="zh-CN" altLang="en-US" sz="1600"/>
        </a:p>
      </dsp:txBody>
      <dsp:txXfrm>
        <a:off x="5182643" y="1249163"/>
        <a:ext cx="5586958" cy="279234"/>
      </dsp:txXfrm>
    </dsp:sp>
    <dsp:sp modelId="{6715DB1C-EACE-460F-AF6A-4B691519ADB1}">
      <dsp:nvSpPr>
        <dsp:cNvPr id="16" name="任意多边形 15"/>
        <dsp:cNvSpPr/>
      </dsp:nvSpPr>
      <dsp:spPr bwMode="white">
        <a:xfrm>
          <a:off x="4805471" y="1463327"/>
          <a:ext cx="530958" cy="11467"/>
        </a:xfrm>
        <a:custGeom>
          <a:avLst/>
          <a:gdLst/>
          <a:ahLst/>
          <a:cxnLst/>
          <a:pathLst>
            <a:path w="836" h="18">
              <a:moveTo>
                <a:pt x="242" y="-370"/>
              </a:moveTo>
              <a:lnTo>
                <a:pt x="594" y="388"/>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805471" y="1463327"/>
        <a:ext cx="530958" cy="11467"/>
      </dsp:txXfrm>
    </dsp:sp>
    <dsp:sp modelId="{BE6ED02F-8E32-48F4-B923-5E808745E6BB}">
      <dsp:nvSpPr>
        <dsp:cNvPr id="17" name="圆角矩形 16"/>
        <dsp:cNvSpPr/>
      </dsp:nvSpPr>
      <dsp:spPr bwMode="white">
        <a:xfrm>
          <a:off x="5182643" y="1570282"/>
          <a:ext cx="5586958"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字符型 </a:t>
          </a:r>
          <a:r>
            <a:rPr lang="en-US" altLang="zh-CN" sz="1600"/>
            <a:t>char</a:t>
          </a:r>
          <a:endParaRPr lang="zh-CN" altLang="en-US" sz="1600"/>
        </a:p>
      </dsp:txBody>
      <dsp:txXfrm>
        <a:off x="5182643" y="1570282"/>
        <a:ext cx="5586958" cy="279234"/>
      </dsp:txXfrm>
    </dsp:sp>
    <dsp:sp modelId="{2BFDF2C8-73F7-432E-A168-B0B6085C1ACB}">
      <dsp:nvSpPr>
        <dsp:cNvPr id="18" name="任意多边形 17"/>
        <dsp:cNvSpPr/>
      </dsp:nvSpPr>
      <dsp:spPr bwMode="white">
        <a:xfrm>
          <a:off x="4654301" y="1623886"/>
          <a:ext cx="833298" cy="11467"/>
        </a:xfrm>
        <a:custGeom>
          <a:avLst/>
          <a:gdLst/>
          <a:ahLst/>
          <a:cxnLst/>
          <a:pathLst>
            <a:path w="1312" h="18">
              <a:moveTo>
                <a:pt x="480" y="-623"/>
              </a:moveTo>
              <a:lnTo>
                <a:pt x="832" y="641"/>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654301" y="1623886"/>
        <a:ext cx="833298" cy="11467"/>
      </dsp:txXfrm>
    </dsp:sp>
    <dsp:sp modelId="{590B3B2F-2D3F-4F51-91CD-AF3BF52E7EE3}">
      <dsp:nvSpPr>
        <dsp:cNvPr id="19" name="圆角矩形 18"/>
        <dsp:cNvSpPr/>
      </dsp:nvSpPr>
      <dsp:spPr bwMode="white">
        <a:xfrm>
          <a:off x="5182643" y="1891402"/>
          <a:ext cx="5586958"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*布尔型 </a:t>
          </a:r>
          <a:r>
            <a:rPr lang="en-US" altLang="zh-CN" sz="1600"/>
            <a:t>bool</a:t>
          </a:r>
          <a:endParaRPr lang="zh-CN" altLang="en-US" sz="1600"/>
        </a:p>
      </dsp:txBody>
      <dsp:txXfrm>
        <a:off x="5182643" y="1891402"/>
        <a:ext cx="5586958" cy="279234"/>
      </dsp:txXfrm>
    </dsp:sp>
    <dsp:sp modelId="{2980161C-82AD-47D5-89D4-75E5093138B9}">
      <dsp:nvSpPr>
        <dsp:cNvPr id="20" name="任意多边形 19"/>
        <dsp:cNvSpPr/>
      </dsp:nvSpPr>
      <dsp:spPr bwMode="white">
        <a:xfrm>
          <a:off x="2828217" y="2306264"/>
          <a:ext cx="756263" cy="11467"/>
        </a:xfrm>
        <a:custGeom>
          <a:avLst/>
          <a:gdLst/>
          <a:ahLst/>
          <a:cxnLst/>
          <a:pathLst>
            <a:path w="1191" h="18">
              <a:moveTo>
                <a:pt x="420" y="-560"/>
              </a:moveTo>
              <a:lnTo>
                <a:pt x="771" y="578"/>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2828217" y="2306264"/>
        <a:ext cx="756263" cy="11467"/>
      </dsp:txXfrm>
    </dsp:sp>
    <dsp:sp modelId="{A9442264-2DB3-453B-95E6-1C246F0AE447}">
      <dsp:nvSpPr>
        <dsp:cNvPr id="21" name="圆角矩形 20"/>
        <dsp:cNvSpPr/>
      </dsp:nvSpPr>
      <dsp:spPr bwMode="white">
        <a:xfrm>
          <a:off x="3318042" y="2533640"/>
          <a:ext cx="1641214"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浮点类型</a:t>
          </a:r>
        </a:p>
      </dsp:txBody>
      <dsp:txXfrm>
        <a:off x="3318042" y="2533640"/>
        <a:ext cx="1641214" cy="279234"/>
      </dsp:txXfrm>
    </dsp:sp>
    <dsp:sp modelId="{D07FCBE4-6D44-4C87-904F-7BD3E34C9C4B}">
      <dsp:nvSpPr>
        <dsp:cNvPr id="22" name="任意多边形 21"/>
        <dsp:cNvSpPr/>
      </dsp:nvSpPr>
      <dsp:spPr bwMode="white">
        <a:xfrm>
          <a:off x="4875362" y="2506963"/>
          <a:ext cx="391177" cy="11467"/>
        </a:xfrm>
        <a:custGeom>
          <a:avLst/>
          <a:gdLst/>
          <a:ahLst/>
          <a:cxnLst/>
          <a:pathLst>
            <a:path w="616" h="18">
              <a:moveTo>
                <a:pt x="132" y="262"/>
              </a:moveTo>
              <a:lnTo>
                <a:pt x="484" y="-244"/>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875362" y="2506963"/>
        <a:ext cx="391177" cy="11467"/>
      </dsp:txXfrm>
    </dsp:sp>
    <dsp:sp modelId="{EC3D432F-E791-40F3-8D38-BE92D698791A}">
      <dsp:nvSpPr>
        <dsp:cNvPr id="23" name="圆角矩形 22"/>
        <dsp:cNvSpPr/>
      </dsp:nvSpPr>
      <dsp:spPr bwMode="white">
        <a:xfrm>
          <a:off x="5182643" y="2212521"/>
          <a:ext cx="5586958"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单精度浮点型 </a:t>
          </a:r>
          <a:r>
            <a:rPr lang="en-US" altLang="zh-CN" sz="1600"/>
            <a:t>float</a:t>
          </a:r>
          <a:endParaRPr lang="zh-CN" altLang="en-US" sz="1600"/>
        </a:p>
      </dsp:txBody>
      <dsp:txXfrm>
        <a:off x="5182643" y="2212521"/>
        <a:ext cx="5586958" cy="279234"/>
      </dsp:txXfrm>
    </dsp:sp>
    <dsp:sp modelId="{752BDD05-619D-443C-8317-13FCBD676B18}">
      <dsp:nvSpPr>
        <dsp:cNvPr id="24" name="任意多边形 23"/>
        <dsp:cNvSpPr/>
      </dsp:nvSpPr>
      <dsp:spPr bwMode="white">
        <a:xfrm>
          <a:off x="4959256" y="2667523"/>
          <a:ext cx="223387" cy="11467"/>
        </a:xfrm>
        <a:custGeom>
          <a:avLst/>
          <a:gdLst/>
          <a:ahLst/>
          <a:cxnLst/>
          <a:pathLst>
            <a:path w="352" h="18">
              <a:moveTo>
                <a:pt x="0" y="9"/>
              </a:moveTo>
              <a:lnTo>
                <a:pt x="352" y="9"/>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959256" y="2667523"/>
        <a:ext cx="223387" cy="11467"/>
      </dsp:txXfrm>
    </dsp:sp>
    <dsp:sp modelId="{55BE17C1-C35C-44D5-99B8-12695C045DE8}">
      <dsp:nvSpPr>
        <dsp:cNvPr id="25" name="圆角矩形 24"/>
        <dsp:cNvSpPr/>
      </dsp:nvSpPr>
      <dsp:spPr bwMode="white">
        <a:xfrm>
          <a:off x="5182643" y="2533640"/>
          <a:ext cx="5586958"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双精度浮点型 </a:t>
          </a:r>
          <a:r>
            <a:rPr lang="en-US" altLang="zh-CN" sz="1600"/>
            <a:t>double</a:t>
          </a:r>
          <a:endParaRPr lang="zh-CN" altLang="en-US" sz="1600"/>
        </a:p>
      </dsp:txBody>
      <dsp:txXfrm>
        <a:off x="5182643" y="2533640"/>
        <a:ext cx="5586958" cy="279234"/>
      </dsp:txXfrm>
    </dsp:sp>
    <dsp:sp modelId="{06234FE8-0B7A-4EF1-9D52-9E3EC069D30A}">
      <dsp:nvSpPr>
        <dsp:cNvPr id="26" name="任意多边形 25"/>
        <dsp:cNvSpPr/>
      </dsp:nvSpPr>
      <dsp:spPr bwMode="white">
        <a:xfrm>
          <a:off x="4875362" y="2828083"/>
          <a:ext cx="391177" cy="11467"/>
        </a:xfrm>
        <a:custGeom>
          <a:avLst/>
          <a:gdLst/>
          <a:ahLst/>
          <a:cxnLst/>
          <a:pathLst>
            <a:path w="616" h="18">
              <a:moveTo>
                <a:pt x="132" y="-244"/>
              </a:moveTo>
              <a:lnTo>
                <a:pt x="484" y="262"/>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875362" y="2828083"/>
        <a:ext cx="391177" cy="11467"/>
      </dsp:txXfrm>
    </dsp:sp>
    <dsp:sp modelId="{D7FA73BB-04C4-4DA6-B84F-5B75FEEB81B2}">
      <dsp:nvSpPr>
        <dsp:cNvPr id="27" name="圆角矩形 26"/>
        <dsp:cNvSpPr/>
      </dsp:nvSpPr>
      <dsp:spPr bwMode="white">
        <a:xfrm>
          <a:off x="5182643" y="2854759"/>
          <a:ext cx="5586958"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复数浮点型 </a:t>
          </a:r>
          <a:r>
            <a:rPr lang="en-US" altLang="zh-CN" sz="1600" err="1"/>
            <a:t>float_complex,double_complex,long</a:t>
          </a:r>
          <a:r>
            <a:rPr lang="en-US" altLang="zh-CN" sz="1600"/>
            <a:t> long _complex</a:t>
          </a:r>
          <a:endParaRPr lang="zh-CN" altLang="en-US" sz="1600"/>
        </a:p>
      </dsp:txBody>
      <dsp:txXfrm>
        <a:off x="5182643" y="2854759"/>
        <a:ext cx="5586958" cy="279234"/>
      </dsp:txXfrm>
    </dsp:sp>
    <dsp:sp modelId="{A66E6107-62CA-42DF-9914-7C3640C89870}">
      <dsp:nvSpPr>
        <dsp:cNvPr id="28" name="任意多边形 27"/>
        <dsp:cNvSpPr/>
      </dsp:nvSpPr>
      <dsp:spPr bwMode="white">
        <a:xfrm>
          <a:off x="1094331" y="2486894"/>
          <a:ext cx="494832" cy="11467"/>
        </a:xfrm>
        <a:custGeom>
          <a:avLst/>
          <a:gdLst/>
          <a:ahLst/>
          <a:cxnLst/>
          <a:pathLst>
            <a:path w="779" h="18">
              <a:moveTo>
                <a:pt x="214" y="357"/>
              </a:moveTo>
              <a:lnTo>
                <a:pt x="566" y="-339"/>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094331" y="2486894"/>
        <a:ext cx="494832" cy="11467"/>
      </dsp:txXfrm>
    </dsp:sp>
    <dsp:sp modelId="{DE73F6A3-8DDD-470D-B6F0-7738A08F809A}">
      <dsp:nvSpPr>
        <dsp:cNvPr id="29" name="圆角矩形 28"/>
        <dsp:cNvSpPr/>
      </dsp:nvSpPr>
      <dsp:spPr bwMode="white">
        <a:xfrm>
          <a:off x="1453441" y="2132241"/>
          <a:ext cx="1641214"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枚举类型 </a:t>
          </a:r>
          <a:r>
            <a:rPr lang="en-US" altLang="zh-CN" sz="1600" err="1"/>
            <a:t>enum</a:t>
          </a:r>
          <a:endParaRPr lang="zh-CN" altLang="en-US" sz="1600"/>
        </a:p>
      </dsp:txBody>
      <dsp:txXfrm>
        <a:off x="1453441" y="2132241"/>
        <a:ext cx="1641214" cy="279234"/>
      </dsp:txXfrm>
    </dsp:sp>
    <dsp:sp modelId="{6BDEA67C-C9C2-4CBE-9A70-FAEF124DC6C7}">
      <dsp:nvSpPr>
        <dsp:cNvPr id="30" name="任意多边形 29"/>
        <dsp:cNvSpPr/>
      </dsp:nvSpPr>
      <dsp:spPr bwMode="white">
        <a:xfrm>
          <a:off x="1214859" y="2647453"/>
          <a:ext cx="253777" cy="11467"/>
        </a:xfrm>
        <a:custGeom>
          <a:avLst/>
          <a:gdLst/>
          <a:ahLst/>
          <a:cxnLst/>
          <a:pathLst>
            <a:path w="400" h="18">
              <a:moveTo>
                <a:pt x="24" y="104"/>
              </a:moveTo>
              <a:lnTo>
                <a:pt x="376" y="-86"/>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214859" y="2647453"/>
        <a:ext cx="253777" cy="11467"/>
      </dsp:txXfrm>
    </dsp:sp>
    <dsp:sp modelId="{71CDB5A4-2C52-4804-BDB5-8A65A8A88575}">
      <dsp:nvSpPr>
        <dsp:cNvPr id="31" name="圆角矩形 30"/>
        <dsp:cNvSpPr/>
      </dsp:nvSpPr>
      <dsp:spPr bwMode="white">
        <a:xfrm>
          <a:off x="1453441" y="2453360"/>
          <a:ext cx="1641214"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空类型 </a:t>
          </a:r>
          <a:r>
            <a:rPr lang="en-US" altLang="zh-CN" sz="1600"/>
            <a:t>void</a:t>
          </a:r>
          <a:endParaRPr lang="zh-CN" altLang="en-US" sz="1600"/>
        </a:p>
      </dsp:txBody>
      <dsp:txXfrm>
        <a:off x="1453441" y="2453360"/>
        <a:ext cx="1641214" cy="279234"/>
      </dsp:txXfrm>
    </dsp:sp>
    <dsp:sp modelId="{13543686-6086-43A7-A710-E304DD3B5C9A}">
      <dsp:nvSpPr>
        <dsp:cNvPr id="32" name="任意多边形 31"/>
        <dsp:cNvSpPr/>
      </dsp:nvSpPr>
      <dsp:spPr bwMode="white">
        <a:xfrm>
          <a:off x="944397" y="3088992"/>
          <a:ext cx="794700" cy="11467"/>
        </a:xfrm>
        <a:custGeom>
          <a:avLst/>
          <a:gdLst/>
          <a:ahLst/>
          <a:cxnLst/>
          <a:pathLst>
            <a:path w="1251" h="18">
              <a:moveTo>
                <a:pt x="450" y="-591"/>
              </a:moveTo>
              <a:lnTo>
                <a:pt x="802" y="610"/>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944397" y="3088992"/>
        <a:ext cx="794700" cy="11467"/>
      </dsp:txXfrm>
    </dsp:sp>
    <dsp:sp modelId="{07122852-5630-47F3-9F83-2DA84748F58D}">
      <dsp:nvSpPr>
        <dsp:cNvPr id="33" name="圆角矩形 32"/>
        <dsp:cNvSpPr/>
      </dsp:nvSpPr>
      <dsp:spPr bwMode="white">
        <a:xfrm>
          <a:off x="1453441" y="3336437"/>
          <a:ext cx="1641214"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派生类型</a:t>
          </a:r>
        </a:p>
      </dsp:txBody>
      <dsp:txXfrm>
        <a:off x="1453441" y="3336437"/>
        <a:ext cx="1641214" cy="279234"/>
      </dsp:txXfrm>
    </dsp:sp>
    <dsp:sp modelId="{187D4ECE-0ECB-4B66-A3B7-2E0F1126BBA5}">
      <dsp:nvSpPr>
        <dsp:cNvPr id="34" name="任意多边形 33"/>
        <dsp:cNvSpPr/>
      </dsp:nvSpPr>
      <dsp:spPr bwMode="white">
        <a:xfrm>
          <a:off x="2940870" y="3229481"/>
          <a:ext cx="530958" cy="11467"/>
        </a:xfrm>
        <a:custGeom>
          <a:avLst/>
          <a:gdLst/>
          <a:ahLst/>
          <a:cxnLst/>
          <a:pathLst>
            <a:path w="836" h="18">
              <a:moveTo>
                <a:pt x="242" y="388"/>
              </a:moveTo>
              <a:lnTo>
                <a:pt x="594" y="-370"/>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2940870" y="3229481"/>
        <a:ext cx="530958" cy="11467"/>
      </dsp:txXfrm>
    </dsp:sp>
    <dsp:sp modelId="{B22F0157-FC23-420A-82AA-CCFA30A3806A}">
      <dsp:nvSpPr>
        <dsp:cNvPr id="35" name="圆角矩形 34"/>
        <dsp:cNvSpPr/>
      </dsp:nvSpPr>
      <dsp:spPr bwMode="white">
        <a:xfrm>
          <a:off x="3318042" y="2854759"/>
          <a:ext cx="1641214"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指针类型 *</a:t>
          </a:r>
        </a:p>
      </dsp:txBody>
      <dsp:txXfrm>
        <a:off x="3318042" y="2854759"/>
        <a:ext cx="1641214" cy="279234"/>
      </dsp:txXfrm>
    </dsp:sp>
    <dsp:sp modelId="{3E63B4C8-18E5-4D35-B91D-741452CBD1CE}">
      <dsp:nvSpPr>
        <dsp:cNvPr id="36" name="任意多边形 35"/>
        <dsp:cNvSpPr/>
      </dsp:nvSpPr>
      <dsp:spPr bwMode="white">
        <a:xfrm>
          <a:off x="3068797" y="3390041"/>
          <a:ext cx="275102" cy="11467"/>
        </a:xfrm>
        <a:custGeom>
          <a:avLst/>
          <a:gdLst/>
          <a:ahLst/>
          <a:cxnLst/>
          <a:pathLst>
            <a:path w="433" h="18">
              <a:moveTo>
                <a:pt x="41" y="135"/>
              </a:moveTo>
              <a:lnTo>
                <a:pt x="393" y="-117"/>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068797" y="3390041"/>
        <a:ext cx="275102" cy="11467"/>
      </dsp:txXfrm>
    </dsp:sp>
    <dsp:sp modelId="{CC06FC97-57E2-4C8E-97D2-AB4BB305498F}">
      <dsp:nvSpPr>
        <dsp:cNvPr id="37" name="圆角矩形 36"/>
        <dsp:cNvSpPr/>
      </dsp:nvSpPr>
      <dsp:spPr bwMode="white">
        <a:xfrm>
          <a:off x="3318042" y="3175878"/>
          <a:ext cx="1641214"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数组类型 </a:t>
          </a:r>
          <a:r>
            <a:rPr lang="en-US" altLang="zh-CN" sz="1600"/>
            <a:t>[ ]</a:t>
          </a:r>
          <a:endParaRPr lang="zh-CN" altLang="en-US" sz="1600"/>
        </a:p>
      </dsp:txBody>
      <dsp:txXfrm>
        <a:off x="3318042" y="3175878"/>
        <a:ext cx="1641214" cy="279234"/>
      </dsp:txXfrm>
    </dsp:sp>
    <dsp:sp modelId="{C4D781F4-6FF3-4EC1-B429-1C37C84379F4}">
      <dsp:nvSpPr>
        <dsp:cNvPr id="38" name="任意多边形 37"/>
        <dsp:cNvSpPr/>
      </dsp:nvSpPr>
      <dsp:spPr bwMode="white">
        <a:xfrm>
          <a:off x="3068797" y="3550600"/>
          <a:ext cx="275102" cy="11467"/>
        </a:xfrm>
        <a:custGeom>
          <a:avLst/>
          <a:gdLst/>
          <a:ahLst/>
          <a:cxnLst/>
          <a:pathLst>
            <a:path w="433" h="18">
              <a:moveTo>
                <a:pt x="41" y="-117"/>
              </a:moveTo>
              <a:lnTo>
                <a:pt x="393" y="135"/>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068797" y="3550600"/>
        <a:ext cx="275102" cy="11467"/>
      </dsp:txXfrm>
    </dsp:sp>
    <dsp:sp modelId="{6F6F0635-C4B0-484E-BD17-54C1D208D7BA}">
      <dsp:nvSpPr>
        <dsp:cNvPr id="39" name="圆角矩形 38"/>
        <dsp:cNvSpPr/>
      </dsp:nvSpPr>
      <dsp:spPr bwMode="white">
        <a:xfrm>
          <a:off x="3318042" y="3496997"/>
          <a:ext cx="1641214"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结构体类型 </a:t>
          </a:r>
          <a:r>
            <a:rPr lang="en-US" altLang="zh-CN" sz="1600"/>
            <a:t>union</a:t>
          </a:r>
          <a:endParaRPr lang="zh-CN" altLang="en-US" sz="1600"/>
        </a:p>
      </dsp:txBody>
      <dsp:txXfrm>
        <a:off x="3318042" y="3496997"/>
        <a:ext cx="1641214" cy="279234"/>
      </dsp:txXfrm>
    </dsp:sp>
    <dsp:sp modelId="{FD858F46-B97C-4FA7-9DF3-AABA7D549D7C}">
      <dsp:nvSpPr>
        <dsp:cNvPr id="40" name="任意多边形 39"/>
        <dsp:cNvSpPr/>
      </dsp:nvSpPr>
      <dsp:spPr bwMode="white">
        <a:xfrm>
          <a:off x="2940870" y="3711160"/>
          <a:ext cx="530958" cy="11467"/>
        </a:xfrm>
        <a:custGeom>
          <a:avLst/>
          <a:gdLst/>
          <a:ahLst/>
          <a:cxnLst/>
          <a:pathLst>
            <a:path w="836" h="18">
              <a:moveTo>
                <a:pt x="242" y="-370"/>
              </a:moveTo>
              <a:lnTo>
                <a:pt x="594" y="388"/>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2940870" y="3711160"/>
        <a:ext cx="530958" cy="11467"/>
      </dsp:txXfrm>
    </dsp:sp>
    <dsp:sp modelId="{3FD0CACF-FBFA-48E1-BCB3-B02BD668D2B5}">
      <dsp:nvSpPr>
        <dsp:cNvPr id="41" name="圆角矩形 40"/>
        <dsp:cNvSpPr/>
      </dsp:nvSpPr>
      <dsp:spPr bwMode="white">
        <a:xfrm>
          <a:off x="3318042" y="3818116"/>
          <a:ext cx="1641214" cy="2792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a:t>函数类型</a:t>
          </a:r>
        </a:p>
      </dsp:txBody>
      <dsp:txXfrm>
        <a:off x="3318042" y="3818116"/>
        <a:ext cx="1641214" cy="27923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6FEB9A-23AB-4D00-A72E-AD507B0F165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E6CF1A-E888-4A07-B96A-456D0CF6948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endParaRPr lang="zh-CN" altLang="en-US" dirty="0"/>
          </a:p>
          <a:p>
            <a:r>
              <a:rPr lang="en-US" altLang="zh-CN" dirty="0"/>
              <a:t>https://liangliangtuwen.tmall.com</a:t>
            </a:r>
            <a:endParaRPr lang="en-US" altLang="zh-CN" dirty="0"/>
          </a:p>
        </p:txBody>
      </p:sp>
      <p:sp>
        <p:nvSpPr>
          <p:cNvPr id="4" name="灯片编号占位符 3"/>
          <p:cNvSpPr>
            <a:spLocks noGrp="1"/>
          </p:cNvSpPr>
          <p:nvPr>
            <p:ph type="sldNum" sz="quarter" idx="10"/>
          </p:nvPr>
        </p:nvSpPr>
        <p:spPr/>
        <p:txBody>
          <a:bodyPr/>
          <a:lstStyle/>
          <a:p>
            <a:fld id="{84E6CF1A-E888-4A07-B96A-456D0CF6948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endParaRPr lang="zh-CN" altLang="en-US" dirty="0"/>
          </a:p>
          <a:p>
            <a:r>
              <a:rPr lang="en-US" altLang="zh-CN" dirty="0"/>
              <a:t>https://liangliangtuwen.tmall.com</a:t>
            </a:r>
            <a:endParaRPr lang="en-US" altLang="zh-CN" dirty="0"/>
          </a:p>
        </p:txBody>
      </p:sp>
      <p:sp>
        <p:nvSpPr>
          <p:cNvPr id="4" name="灯片编号占位符 3"/>
          <p:cNvSpPr>
            <a:spLocks noGrp="1"/>
          </p:cNvSpPr>
          <p:nvPr>
            <p:ph type="sldNum" sz="quarter" idx="10"/>
          </p:nvPr>
        </p:nvSpPr>
        <p:spPr/>
        <p:txBody>
          <a:bodyPr/>
          <a:lstStyle/>
          <a:p>
            <a:fld id="{84E6CF1A-E888-4A07-B96A-456D0CF6948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D4B1069-3899-470A-8AB1-7342372776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fld>
            <a:endParaRPr lang="zh-CN" altLang="en-US"/>
          </a:p>
        </p:txBody>
      </p:sp>
      <p:pic>
        <p:nvPicPr>
          <p:cNvPr id="8" name="图片 7"/>
          <p:cNvPicPr>
            <a:picLocks noChangeAspect="1"/>
          </p:cNvPicPr>
          <p:nvPr userDrawn="1"/>
        </p:nvPicPr>
        <p:blipFill>
          <a:blip r:embed="rId2"/>
          <a:srcRect l="28016" t="8333" r="26080" b="15774"/>
          <a:stretch>
            <a:fillRect/>
          </a:stretch>
        </p:blipFill>
        <p:spPr>
          <a:xfrm>
            <a:off x="0" y="0"/>
            <a:ext cx="1828800" cy="184340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D4B1069-3899-470A-8AB1-7342372776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fld>
            <a:endParaRPr lang="zh-CN" altLang="en-US"/>
          </a:p>
        </p:txBody>
      </p:sp>
      <p:pic>
        <p:nvPicPr>
          <p:cNvPr id="7" name="图片 6"/>
          <p:cNvPicPr>
            <a:picLocks noChangeAspect="1"/>
          </p:cNvPicPr>
          <p:nvPr userDrawn="1"/>
        </p:nvPicPr>
        <p:blipFill>
          <a:blip r:embed="rId2"/>
          <a:srcRect l="28016" t="8333" r="26080" b="15774"/>
          <a:stretch>
            <a:fillRect/>
          </a:stretch>
        </p:blipFill>
        <p:spPr>
          <a:xfrm>
            <a:off x="0" y="0"/>
            <a:ext cx="1828800" cy="184340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D4B1069-3899-470A-8AB1-7342372776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6D4B1069-3899-470A-8AB1-73423727764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8C7957-89EC-4DC7-A1B9-6F0B3159CBF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7" y="1535113"/>
            <a:ext cx="538903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6D4B1069-3899-470A-8AB1-73423727764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A8C7957-89EC-4DC7-A1B9-6F0B3159CBF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D4B1069-3899-470A-8AB1-73423727764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A8C7957-89EC-4DC7-A1B9-6F0B3159CBF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D4B1069-3899-470A-8AB1-73423727764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A8C7957-89EC-4DC7-A1B9-6F0B3159CBFA}" type="slidenum">
              <a:rPr lang="zh-CN" altLang="en-US" smtClean="0"/>
            </a:fld>
            <a:endParaRPr lang="zh-CN" altLang="en-US"/>
          </a:p>
        </p:txBody>
      </p:sp>
      <p:pic>
        <p:nvPicPr>
          <p:cNvPr id="5" name="图片 4"/>
          <p:cNvPicPr>
            <a:picLocks noChangeAspect="1"/>
          </p:cNvPicPr>
          <p:nvPr userDrawn="1"/>
        </p:nvPicPr>
        <p:blipFill>
          <a:blip r:embed="rId2"/>
          <a:srcRect l="28016" t="8333" r="26080" b="15774"/>
          <a:stretch>
            <a:fillRect/>
          </a:stretch>
        </p:blipFill>
        <p:spPr>
          <a:xfrm>
            <a:off x="0" y="0"/>
            <a:ext cx="1828800" cy="184340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D4B1069-3899-470A-8AB1-73423727764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8C7957-89EC-4DC7-A1B9-6F0B3159CBF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8"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D4B1069-3899-470A-8AB1-73423727764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8C7957-89EC-4DC7-A1B9-6F0B3159CBF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D4B1069-3899-470A-8AB1-7342372776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D4B1069-3899-470A-8AB1-7342372776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8C7957-89EC-4DC7-A1B9-6F0B3159CBFA}"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B1069-3899-470A-8AB1-734237277644}" type="datetimeFigureOut">
              <a:rPr lang="zh-CN" altLang="en-US" smtClean="0"/>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8C7957-89EC-4DC7-A1B9-6F0B3159CBF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microsoft.com/office/2007/relationships/hdphoto" Target="../media/image5.wdp"/><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emf"/><Relationship Id="rId1" Type="http://schemas.openxmlformats.org/officeDocument/2006/relationships/image" Target="../media/image6.wmf"/></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tags" Target="../tags/tag10.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image" Target="../media/image22.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xml"/><Relationship Id="rId1" Type="http://schemas.openxmlformats.org/officeDocument/2006/relationships/tags" Target="../tags/tag13.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xml"/><Relationship Id="rId1" Type="http://schemas.openxmlformats.org/officeDocument/2006/relationships/tags" Target="../tags/tag1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xm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tags" Target="../tags/tag21.xml"/><Relationship Id="rId7" Type="http://schemas.openxmlformats.org/officeDocument/2006/relationships/image" Target="../media/image32.png"/><Relationship Id="rId6" Type="http://schemas.openxmlformats.org/officeDocument/2006/relationships/tags" Target="../tags/tag20.xml"/><Relationship Id="rId5" Type="http://schemas.openxmlformats.org/officeDocument/2006/relationships/image" Target="../media/image31.png"/><Relationship Id="rId4" Type="http://schemas.openxmlformats.org/officeDocument/2006/relationships/tags" Target="../tags/tag19.xml"/><Relationship Id="rId3" Type="http://schemas.openxmlformats.org/officeDocument/2006/relationships/image" Target="../media/image30.png"/><Relationship Id="rId2" Type="http://schemas.openxmlformats.org/officeDocument/2006/relationships/tags" Target="../tags/tag18.xml"/><Relationship Id="rId13" Type="http://schemas.openxmlformats.org/officeDocument/2006/relationships/slideLayout" Target="../slideLayouts/slideLayout1.xml"/><Relationship Id="rId12" Type="http://schemas.openxmlformats.org/officeDocument/2006/relationships/tags" Target="../tags/tag23.xml"/><Relationship Id="rId11" Type="http://schemas.openxmlformats.org/officeDocument/2006/relationships/image" Target="../media/image34.png"/><Relationship Id="rId10" Type="http://schemas.openxmlformats.org/officeDocument/2006/relationships/tags" Target="../tags/tag22.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tags" Target="../tags/tag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39.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5000" b="-5000"/>
          </a:stretch>
        </a:blipFill>
        <a:effectLst/>
      </p:bgPr>
    </p:bg>
    <p:spTree>
      <p:nvGrpSpPr>
        <p:cNvPr id="1" name=""/>
        <p:cNvGrpSpPr/>
        <p:nvPr/>
      </p:nvGrpSpPr>
      <p:grpSpPr>
        <a:xfrm>
          <a:off x="0" y="0"/>
          <a:ext cx="0" cy="0"/>
          <a:chOff x="0" y="0"/>
          <a:chExt cx="0" cy="0"/>
        </a:xfrm>
      </p:grpSpPr>
      <p:sp>
        <p:nvSpPr>
          <p:cNvPr id="53" name="矩形 52"/>
          <p:cNvSpPr/>
          <p:nvPr/>
        </p:nvSpPr>
        <p:spPr>
          <a:xfrm>
            <a:off x="-22860" y="2060803"/>
            <a:ext cx="12215086" cy="2807581"/>
          </a:xfrm>
          <a:prstGeom prst="rect">
            <a:avLst/>
          </a:prstGeom>
          <a:solidFill>
            <a:srgbClr val="5B5E7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23"/>
          <p:cNvSpPr/>
          <p:nvPr/>
        </p:nvSpPr>
        <p:spPr>
          <a:xfrm>
            <a:off x="4800193" y="2225246"/>
            <a:ext cx="7414893" cy="2575593"/>
          </a:xfrm>
          <a:custGeom>
            <a:avLst/>
            <a:gdLst>
              <a:gd name="connsiteX0" fmla="*/ 0 w 6480720"/>
              <a:gd name="connsiteY0" fmla="*/ 0 h 3104728"/>
              <a:gd name="connsiteX1" fmla="*/ 6480720 w 6480720"/>
              <a:gd name="connsiteY1" fmla="*/ 0 h 3104728"/>
              <a:gd name="connsiteX2" fmla="*/ 6480720 w 6480720"/>
              <a:gd name="connsiteY2" fmla="*/ 3104728 h 3104728"/>
              <a:gd name="connsiteX3" fmla="*/ 0 w 6480720"/>
              <a:gd name="connsiteY3" fmla="*/ 3104728 h 3104728"/>
              <a:gd name="connsiteX4" fmla="*/ 0 w 6480720"/>
              <a:gd name="connsiteY4" fmla="*/ 0 h 3104728"/>
              <a:gd name="connsiteX0-1" fmla="*/ 1190065 w 6480720"/>
              <a:gd name="connsiteY0-2" fmla="*/ 0 h 3104728"/>
              <a:gd name="connsiteX1-3" fmla="*/ 6480720 w 6480720"/>
              <a:gd name="connsiteY1-4" fmla="*/ 0 h 3104728"/>
              <a:gd name="connsiteX2-5" fmla="*/ 6480720 w 6480720"/>
              <a:gd name="connsiteY2-6" fmla="*/ 3104728 h 3104728"/>
              <a:gd name="connsiteX3-7" fmla="*/ 0 w 6480720"/>
              <a:gd name="connsiteY3-8" fmla="*/ 3104728 h 3104728"/>
              <a:gd name="connsiteX4-9" fmla="*/ 1190065 w 6480720"/>
              <a:gd name="connsiteY4-10" fmla="*/ 0 h 31047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720" h="3104728">
                <a:moveTo>
                  <a:pt x="1190065" y="0"/>
                </a:moveTo>
                <a:lnTo>
                  <a:pt x="6480720" y="0"/>
                </a:lnTo>
                <a:lnTo>
                  <a:pt x="6480720" y="3104728"/>
                </a:lnTo>
                <a:lnTo>
                  <a:pt x="0" y="3104728"/>
                </a:lnTo>
                <a:lnTo>
                  <a:pt x="1190065" y="0"/>
                </a:lnTo>
                <a:close/>
              </a:path>
            </a:pathLst>
          </a:custGeom>
          <a:solidFill>
            <a:srgbClr val="414455">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TextBox 7"/>
          <p:cNvSpPr>
            <a:spLocks noChangeArrowheads="1"/>
          </p:cNvSpPr>
          <p:nvPr/>
        </p:nvSpPr>
        <p:spPr bwMode="auto">
          <a:xfrm>
            <a:off x="5808042" y="2665602"/>
            <a:ext cx="6263065" cy="9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60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C</a:t>
            </a:r>
            <a:r>
              <a:rPr lang="zh-CN" altLang="en-US" sz="60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与</a:t>
            </a:r>
            <a:r>
              <a:rPr lang="en-US" altLang="zh-CN" sz="60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C++</a:t>
            </a:r>
            <a:r>
              <a:rPr lang="zh-CN" altLang="en-US" sz="60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 培训</a:t>
            </a:r>
            <a:endParaRPr lang="zh-CN" altLang="en-US" sz="6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7" name="直接连接符 56"/>
          <p:cNvCxnSpPr/>
          <p:nvPr/>
        </p:nvCxnSpPr>
        <p:spPr>
          <a:xfrm>
            <a:off x="6599924" y="3687348"/>
            <a:ext cx="4895269"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8" name="TextBox 7"/>
          <p:cNvSpPr>
            <a:spLocks noChangeArrowheads="1"/>
          </p:cNvSpPr>
          <p:nvPr/>
        </p:nvSpPr>
        <p:spPr bwMode="auto">
          <a:xfrm>
            <a:off x="8439814" y="3775913"/>
            <a:ext cx="4391344" cy="24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AURORA</a:t>
            </a: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战队</a:t>
            </a:r>
            <a:endPar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9" name="组合 58"/>
          <p:cNvGrpSpPr/>
          <p:nvPr/>
        </p:nvGrpSpPr>
        <p:grpSpPr>
          <a:xfrm>
            <a:off x="7247828" y="1286101"/>
            <a:ext cx="670385" cy="604429"/>
            <a:chOff x="5424755" y="1340768"/>
            <a:chExt cx="670560" cy="604586"/>
          </a:xfrm>
        </p:grpSpPr>
        <p:grpSp>
          <p:nvGrpSpPr>
            <p:cNvPr id="60" name="组合 59"/>
            <p:cNvGrpSpPr/>
            <p:nvPr/>
          </p:nvGrpSpPr>
          <p:grpSpPr>
            <a:xfrm>
              <a:off x="5424755" y="1340768"/>
              <a:ext cx="670560" cy="604586"/>
              <a:chOff x="3720691" y="2824413"/>
              <a:chExt cx="1341120" cy="1209172"/>
            </a:xfrm>
          </p:grpSpPr>
          <p:sp>
            <p:nvSpPr>
              <p:cNvPr id="6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sp>
            <p:nvSpPr>
              <p:cNvPr id="6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grpSp>
        <p:sp>
          <p:nvSpPr>
            <p:cNvPr id="61"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91416" tIns="45708" rIns="91416" bIns="45708" numCol="1" anchor="t" anchorCtr="0" compatLnSpc="1"/>
            <a:lstStyle/>
            <a:p>
              <a:endParaRPr lang="zh-CN" altLang="en-US">
                <a:solidFill>
                  <a:schemeClr val="bg1"/>
                </a:solidFill>
              </a:endParaRPr>
            </a:p>
          </p:txBody>
        </p:sp>
      </p:grpSp>
      <p:sp>
        <p:nvSpPr>
          <p:cNvPr id="64" name="Freeform 126"/>
          <p:cNvSpPr>
            <a:spLocks noChangeAspect="1" noEditPoints="1"/>
          </p:cNvSpPr>
          <p:nvPr/>
        </p:nvSpPr>
        <p:spPr bwMode="auto">
          <a:xfrm>
            <a:off x="7447630" y="1427416"/>
            <a:ext cx="267832" cy="335140"/>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91416" tIns="45708" rIns="91416" bIns="45708" numCol="1" anchor="t" anchorCtr="0" compatLnSpc="1"/>
          <a:lstStyle/>
          <a:p>
            <a:endParaRPr lang="zh-CN" altLang="en-US">
              <a:solidFill>
                <a:schemeClr val="bg1"/>
              </a:solidFill>
              <a:latin typeface="Arial" panose="020B0604020202020204" pitchFamily="34" charset="0"/>
              <a:cs typeface="Arial" panose="020B0604020202020204" pitchFamily="34" charset="0"/>
            </a:endParaRPr>
          </a:p>
        </p:txBody>
      </p:sp>
      <p:grpSp>
        <p:nvGrpSpPr>
          <p:cNvPr id="65" name="组合 64"/>
          <p:cNvGrpSpPr/>
          <p:nvPr/>
        </p:nvGrpSpPr>
        <p:grpSpPr>
          <a:xfrm>
            <a:off x="8124755" y="1269322"/>
            <a:ext cx="670385" cy="604429"/>
            <a:chOff x="5424755" y="1340768"/>
            <a:chExt cx="670560" cy="604586"/>
          </a:xfrm>
        </p:grpSpPr>
        <p:grpSp>
          <p:nvGrpSpPr>
            <p:cNvPr id="66" name="组合 65"/>
            <p:cNvGrpSpPr/>
            <p:nvPr/>
          </p:nvGrpSpPr>
          <p:grpSpPr>
            <a:xfrm>
              <a:off x="5424755" y="1340768"/>
              <a:ext cx="670560" cy="604586"/>
              <a:chOff x="3720691" y="2824413"/>
              <a:chExt cx="1341120" cy="1209172"/>
            </a:xfrm>
          </p:grpSpPr>
          <p:sp>
            <p:nvSpPr>
              <p:cNvPr id="68"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sp>
            <p:nvSpPr>
              <p:cNvPr id="69"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grpSp>
        <p:sp>
          <p:nvSpPr>
            <p:cNvPr id="67"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91416" tIns="45708" rIns="91416" bIns="45708" numCol="1" anchor="t" anchorCtr="0" compatLnSpc="1"/>
            <a:lstStyle/>
            <a:p>
              <a:endParaRPr lang="zh-CN" altLang="en-US">
                <a:solidFill>
                  <a:schemeClr val="bg1"/>
                </a:solidFill>
              </a:endParaRPr>
            </a:p>
          </p:txBody>
        </p:sp>
      </p:grpSp>
      <p:sp>
        <p:nvSpPr>
          <p:cNvPr id="70" name="Freeform 261"/>
          <p:cNvSpPr/>
          <p:nvPr/>
        </p:nvSpPr>
        <p:spPr bwMode="auto">
          <a:xfrm>
            <a:off x="8295578" y="1440901"/>
            <a:ext cx="325790" cy="325790"/>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91416" tIns="45708" rIns="91416" bIns="45708" numCol="1" anchor="t" anchorCtr="0" compatLnSpc="1"/>
          <a:lstStyle/>
          <a:p>
            <a:endParaRPr lang="zh-CN" altLang="en-US">
              <a:solidFill>
                <a:schemeClr val="bg1"/>
              </a:solidFill>
            </a:endParaRPr>
          </a:p>
        </p:txBody>
      </p:sp>
      <p:grpSp>
        <p:nvGrpSpPr>
          <p:cNvPr id="71" name="组合 70"/>
          <p:cNvGrpSpPr/>
          <p:nvPr/>
        </p:nvGrpSpPr>
        <p:grpSpPr>
          <a:xfrm>
            <a:off x="9034502" y="1269322"/>
            <a:ext cx="670385" cy="604429"/>
            <a:chOff x="5424755" y="1340768"/>
            <a:chExt cx="670560" cy="604586"/>
          </a:xfrm>
        </p:grpSpPr>
        <p:grpSp>
          <p:nvGrpSpPr>
            <p:cNvPr id="72" name="组合 71"/>
            <p:cNvGrpSpPr/>
            <p:nvPr/>
          </p:nvGrpSpPr>
          <p:grpSpPr>
            <a:xfrm>
              <a:off x="5424755" y="1340768"/>
              <a:ext cx="670560" cy="604586"/>
              <a:chOff x="3720691" y="2824413"/>
              <a:chExt cx="1341120" cy="1209172"/>
            </a:xfrm>
          </p:grpSpPr>
          <p:sp>
            <p:nvSpPr>
              <p:cNvPr id="7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sp>
            <p:nvSpPr>
              <p:cNvPr id="7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grpSp>
        <p:sp>
          <p:nvSpPr>
            <p:cNvPr id="73"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91416" tIns="45708" rIns="91416" bIns="45708" numCol="1" anchor="t" anchorCtr="0" compatLnSpc="1"/>
            <a:lstStyle/>
            <a:p>
              <a:endParaRPr lang="zh-CN" altLang="en-US">
                <a:solidFill>
                  <a:schemeClr val="bg1"/>
                </a:solidFill>
              </a:endParaRPr>
            </a:p>
          </p:txBody>
        </p:sp>
      </p:grpSp>
      <p:grpSp>
        <p:nvGrpSpPr>
          <p:cNvPr id="76" name="组合 75"/>
          <p:cNvGrpSpPr/>
          <p:nvPr/>
        </p:nvGrpSpPr>
        <p:grpSpPr>
          <a:xfrm>
            <a:off x="9920855" y="1297837"/>
            <a:ext cx="670385" cy="604429"/>
            <a:chOff x="5424755" y="1340768"/>
            <a:chExt cx="670560" cy="604586"/>
          </a:xfrm>
        </p:grpSpPr>
        <p:grpSp>
          <p:nvGrpSpPr>
            <p:cNvPr id="77" name="组合 76"/>
            <p:cNvGrpSpPr/>
            <p:nvPr/>
          </p:nvGrpSpPr>
          <p:grpSpPr>
            <a:xfrm>
              <a:off x="5424755" y="1340768"/>
              <a:ext cx="670560" cy="604586"/>
              <a:chOff x="3720691" y="2824413"/>
              <a:chExt cx="1341120" cy="1209172"/>
            </a:xfrm>
          </p:grpSpPr>
          <p:sp>
            <p:nvSpPr>
              <p:cNvPr id="79"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sp>
            <p:nvSpPr>
              <p:cNvPr id="81"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grpSp>
        <p:sp>
          <p:nvSpPr>
            <p:cNvPr id="7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91416" tIns="45708" rIns="91416" bIns="45708" numCol="1" anchor="t" anchorCtr="0" compatLnSpc="1"/>
            <a:lstStyle/>
            <a:p>
              <a:endParaRPr lang="zh-CN" altLang="en-US">
                <a:solidFill>
                  <a:schemeClr val="bg1"/>
                </a:solidFill>
              </a:endParaRPr>
            </a:p>
          </p:txBody>
        </p:sp>
      </p:grpSp>
      <p:grpSp>
        <p:nvGrpSpPr>
          <p:cNvPr id="82" name="组合 81"/>
          <p:cNvGrpSpPr/>
          <p:nvPr/>
        </p:nvGrpSpPr>
        <p:grpSpPr>
          <a:xfrm>
            <a:off x="10834234" y="1269322"/>
            <a:ext cx="670385" cy="604429"/>
            <a:chOff x="5424755" y="1340768"/>
            <a:chExt cx="670560" cy="604586"/>
          </a:xfrm>
        </p:grpSpPr>
        <p:grpSp>
          <p:nvGrpSpPr>
            <p:cNvPr id="83" name="组合 82"/>
            <p:cNvGrpSpPr/>
            <p:nvPr/>
          </p:nvGrpSpPr>
          <p:grpSpPr>
            <a:xfrm>
              <a:off x="5424755" y="1340768"/>
              <a:ext cx="670560" cy="604586"/>
              <a:chOff x="3720691" y="2824413"/>
              <a:chExt cx="1341120" cy="1209172"/>
            </a:xfrm>
          </p:grpSpPr>
          <p:sp>
            <p:nvSpPr>
              <p:cNvPr id="9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sp>
            <p:nvSpPr>
              <p:cNvPr id="9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grpSp>
        <p:sp>
          <p:nvSpPr>
            <p:cNvPr id="8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91416" tIns="45708" rIns="91416" bIns="45708" numCol="1" anchor="t" anchorCtr="0" compatLnSpc="1"/>
            <a:lstStyle/>
            <a:p>
              <a:endParaRPr lang="zh-CN" altLang="en-US">
                <a:solidFill>
                  <a:schemeClr val="bg1"/>
                </a:solidFill>
              </a:endParaRPr>
            </a:p>
          </p:txBody>
        </p:sp>
      </p:grpSp>
      <p:grpSp>
        <p:nvGrpSpPr>
          <p:cNvPr id="96" name="组合 95"/>
          <p:cNvGrpSpPr>
            <a:grpSpLocks noChangeAspect="1"/>
          </p:cNvGrpSpPr>
          <p:nvPr/>
        </p:nvGrpSpPr>
        <p:grpSpPr>
          <a:xfrm>
            <a:off x="9195416" y="1429068"/>
            <a:ext cx="354199" cy="303836"/>
            <a:chOff x="5084763" y="971548"/>
            <a:chExt cx="323865" cy="277813"/>
          </a:xfrm>
          <a:solidFill>
            <a:srgbClr val="414455"/>
          </a:solidFill>
        </p:grpSpPr>
        <p:sp>
          <p:nvSpPr>
            <p:cNvPr id="97"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8"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9"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100" name="Freeform 9"/>
          <p:cNvSpPr>
            <a:spLocks noEditPoints="1"/>
          </p:cNvSpPr>
          <p:nvPr/>
        </p:nvSpPr>
        <p:spPr bwMode="auto">
          <a:xfrm rot="19469485">
            <a:off x="10061445" y="1398515"/>
            <a:ext cx="378268" cy="403068"/>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91416" tIns="45708" rIns="91416" bIns="45708" numCol="1" anchor="t" anchorCtr="0" compatLnSpc="1"/>
          <a:lstStyle/>
          <a:p>
            <a:endParaRPr lang="zh-CN" altLang="en-US">
              <a:solidFill>
                <a:schemeClr val="bg1"/>
              </a:solidFill>
            </a:endParaRPr>
          </a:p>
        </p:txBody>
      </p:sp>
      <p:sp>
        <p:nvSpPr>
          <p:cNvPr id="101" name="Freeform 206"/>
          <p:cNvSpPr>
            <a:spLocks noChangeAspect="1" noEditPoints="1"/>
          </p:cNvSpPr>
          <p:nvPr/>
        </p:nvSpPr>
        <p:spPr bwMode="auto">
          <a:xfrm>
            <a:off x="11019976" y="1390838"/>
            <a:ext cx="304543" cy="368128"/>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91416" tIns="45708" rIns="91416" bIns="45708" numCol="1" anchor="t" anchorCtr="0" compatLnSpc="1"/>
          <a:lstStyle/>
          <a:p>
            <a:endParaRPr lang="zh-CN" altLang="en-US">
              <a:solidFill>
                <a:schemeClr val="bg1"/>
              </a:solidFill>
              <a:latin typeface="Arial" panose="020B0604020202020204" pitchFamily="34" charset="0"/>
              <a:cs typeface="Arial" panose="020B0604020202020204" pitchFamily="34" charset="0"/>
            </a:endParaRPr>
          </a:p>
        </p:txBody>
      </p:sp>
      <p:sp>
        <p:nvSpPr>
          <p:cNvPr id="103" name="矩形 3"/>
          <p:cNvSpPr>
            <a:spLocks noChangeArrowheads="1"/>
          </p:cNvSpPr>
          <p:nvPr/>
        </p:nvSpPr>
        <p:spPr bwMode="auto">
          <a:xfrm>
            <a:off x="6482938" y="2258166"/>
            <a:ext cx="2947748"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5" tIns="34278" rIns="68555" bIns="34278">
            <a:spAutoFit/>
          </a:bodyPr>
          <a:lstStyle/>
          <a:p>
            <a:pPr>
              <a:spcBef>
                <a:spcPct val="0"/>
              </a:spcBef>
              <a:buFont typeface="Arial" panose="020B0604020202020204" pitchFamily="34" charset="0"/>
              <a:buNone/>
            </a:pPr>
            <a:r>
              <a:rPr lang="en-US" altLang="zh-CN" sz="16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ROBOMASTER 2024</a:t>
            </a:r>
            <a:endParaRPr lang="zh-CN" altLang="en-US" sz="16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p:cNvSpPr txBox="1"/>
          <p:nvPr/>
        </p:nvSpPr>
        <p:spPr>
          <a:xfrm>
            <a:off x="8184515" y="5854700"/>
            <a:ext cx="3761105" cy="706755"/>
          </a:xfrm>
          <a:prstGeom prst="rect">
            <a:avLst/>
          </a:prstGeom>
          <a:noFill/>
        </p:spPr>
        <p:txBody>
          <a:bodyPr wrap="square" rtlCol="0">
            <a:spAutoFit/>
          </a:bodyPr>
          <a:lstStyle/>
          <a:p>
            <a:r>
              <a:rPr lang="en-US" altLang="zh-CN" sz="4000" b="1" dirty="0">
                <a:solidFill>
                  <a:schemeClr val="bg1"/>
                </a:solidFill>
              </a:rPr>
              <a:t>		2024</a:t>
            </a:r>
            <a:r>
              <a:rPr lang="zh-CN" altLang="en-US" sz="4000" b="1" dirty="0">
                <a:solidFill>
                  <a:schemeClr val="bg1"/>
                </a:solidFill>
              </a:rPr>
              <a:t>年</a:t>
            </a:r>
            <a:endParaRPr lang="zh-CN" altLang="en-US" sz="40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0-#ppt_w/2"/>
                                          </p:val>
                                        </p:tav>
                                        <p:tav tm="100000">
                                          <p:val>
                                            <p:strVal val="#ppt_x"/>
                                          </p:val>
                                        </p:tav>
                                      </p:tavLst>
                                    </p:anim>
                                    <p:anim calcmode="lin" valueType="num">
                                      <p:cBhvr additive="base">
                                        <p:cTn id="8" dur="500" fill="hold"/>
                                        <p:tgtEl>
                                          <p:spTgt spid="5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3"/>
                                        </p:tgtEl>
                                        <p:attrNameLst>
                                          <p:attrName>style.visibility</p:attrName>
                                        </p:attrNameLst>
                                      </p:cBhvr>
                                      <p:to>
                                        <p:strVal val="visible"/>
                                      </p:to>
                                    </p:set>
                                    <p:anim calcmode="lin" valueType="num">
                                      <p:cBhvr additive="base">
                                        <p:cTn id="12" dur="500" fill="hold"/>
                                        <p:tgtEl>
                                          <p:spTgt spid="53"/>
                                        </p:tgtEl>
                                        <p:attrNameLst>
                                          <p:attrName>ppt_x</p:attrName>
                                        </p:attrNameLst>
                                      </p:cBhvr>
                                      <p:tavLst>
                                        <p:tav tm="0">
                                          <p:val>
                                            <p:strVal val="0-#ppt_w/2"/>
                                          </p:val>
                                        </p:tav>
                                        <p:tav tm="100000">
                                          <p:val>
                                            <p:strVal val="#ppt_x"/>
                                          </p:val>
                                        </p:tav>
                                      </p:tavLst>
                                    </p:anim>
                                    <p:anim calcmode="lin" valueType="num">
                                      <p:cBhvr additive="base">
                                        <p:cTn id="13" dur="500" fill="hold"/>
                                        <p:tgtEl>
                                          <p:spTgt spid="53"/>
                                        </p:tgtEl>
                                        <p:attrNameLst>
                                          <p:attrName>ppt_y</p:attrName>
                                        </p:attrNameLst>
                                      </p:cBhvr>
                                      <p:tavLst>
                                        <p:tav tm="0">
                                          <p:val>
                                            <p:strVal val="#ppt_y"/>
                                          </p:val>
                                        </p:tav>
                                        <p:tav tm="100000">
                                          <p:val>
                                            <p:strVal val="#ppt_y"/>
                                          </p:val>
                                        </p:tav>
                                      </p:tavLst>
                                    </p:anim>
                                  </p:childTnLst>
                                </p:cTn>
                              </p:par>
                              <p:par>
                                <p:cTn id="14" presetID="52" presetClass="entr" presetSubtype="0" fill="hold" grpId="0" nodeType="withEffect">
                                  <p:stCondLst>
                                    <p:cond delay="500"/>
                                  </p:stCondLst>
                                  <p:iterate type="lt">
                                    <p:tmPct val="10000"/>
                                  </p:iterate>
                                  <p:childTnLst>
                                    <p:set>
                                      <p:cBhvr>
                                        <p:cTn id="15" dur="1" fill="hold">
                                          <p:stCondLst>
                                            <p:cond delay="0"/>
                                          </p:stCondLst>
                                        </p:cTn>
                                        <p:tgtEl>
                                          <p:spTgt spid="56"/>
                                        </p:tgtEl>
                                        <p:attrNameLst>
                                          <p:attrName>style.visibility</p:attrName>
                                        </p:attrNameLst>
                                      </p:cBhvr>
                                      <p:to>
                                        <p:strVal val="visible"/>
                                      </p:to>
                                    </p:set>
                                    <p:animScale>
                                      <p:cBhvr>
                                        <p:cTn id="16" dur="1000" decel="50000" fill="hold">
                                          <p:stCondLst>
                                            <p:cond delay="0"/>
                                          </p:stCondLst>
                                        </p:cTn>
                                        <p:tgtEl>
                                          <p:spTgt spid="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56"/>
                                        </p:tgtEl>
                                        <p:attrNameLst>
                                          <p:attrName>ppt_x</p:attrName>
                                          <p:attrName>ppt_y</p:attrName>
                                        </p:attrNameLst>
                                      </p:cBhvr>
                                    </p:animMotion>
                                    <p:animEffect transition="in" filter="fade">
                                      <p:cBhvr>
                                        <p:cTn id="18" dur="1000"/>
                                        <p:tgtEl>
                                          <p:spTgt spid="56"/>
                                        </p:tgtEl>
                                      </p:cBhvr>
                                    </p:animEffect>
                                  </p:childTnLst>
                                </p:cTn>
                              </p:par>
                              <p:par>
                                <p:cTn id="19" presetID="22" presetClass="entr" presetSubtype="8" fill="hold" nodeType="withEffect">
                                  <p:stCondLst>
                                    <p:cond delay="1000"/>
                                  </p:stCondLst>
                                  <p:childTnLst>
                                    <p:set>
                                      <p:cBhvr>
                                        <p:cTn id="20" dur="1" fill="hold">
                                          <p:stCondLst>
                                            <p:cond delay="0"/>
                                          </p:stCondLst>
                                        </p:cTn>
                                        <p:tgtEl>
                                          <p:spTgt spid="57"/>
                                        </p:tgtEl>
                                        <p:attrNameLst>
                                          <p:attrName>style.visibility</p:attrName>
                                        </p:attrNameLst>
                                      </p:cBhvr>
                                      <p:to>
                                        <p:strVal val="visible"/>
                                      </p:to>
                                    </p:set>
                                    <p:animEffect transition="in" filter="wipe(left)">
                                      <p:cBhvr>
                                        <p:cTn id="21" dur="500"/>
                                        <p:tgtEl>
                                          <p:spTgt spid="57"/>
                                        </p:tgtEl>
                                      </p:cBhvr>
                                    </p:animEffect>
                                  </p:childTnLst>
                                </p:cTn>
                              </p:par>
                              <p:par>
                                <p:cTn id="22" presetID="22" presetClass="entr" presetSubtype="8" fill="hold" grpId="0" nodeType="withEffect">
                                  <p:stCondLst>
                                    <p:cond delay="1500"/>
                                  </p:stCondLst>
                                  <p:childTnLst>
                                    <p:set>
                                      <p:cBhvr>
                                        <p:cTn id="23" dur="1" fill="hold">
                                          <p:stCondLst>
                                            <p:cond delay="0"/>
                                          </p:stCondLst>
                                        </p:cTn>
                                        <p:tgtEl>
                                          <p:spTgt spid="58"/>
                                        </p:tgtEl>
                                        <p:attrNameLst>
                                          <p:attrName>style.visibility</p:attrName>
                                        </p:attrNameLst>
                                      </p:cBhvr>
                                      <p:to>
                                        <p:strVal val="visible"/>
                                      </p:to>
                                    </p:set>
                                    <p:animEffect transition="in" filter="wipe(left)">
                                      <p:cBhvr>
                                        <p:cTn id="24" dur="800"/>
                                        <p:tgtEl>
                                          <p:spTgt spid="58"/>
                                        </p:tgtEl>
                                      </p:cBhvr>
                                    </p:animEffect>
                                  </p:childTnLst>
                                </p:cTn>
                              </p:par>
                              <p:par>
                                <p:cTn id="25" presetID="2" presetClass="entr" presetSubtype="12" fill="hold" nodeType="withEffect">
                                  <p:stCondLst>
                                    <p:cond delay="500"/>
                                  </p:stCondLst>
                                  <p:childTnLst>
                                    <p:set>
                                      <p:cBhvr>
                                        <p:cTn id="26" dur="1" fill="hold">
                                          <p:stCondLst>
                                            <p:cond delay="0"/>
                                          </p:stCondLst>
                                        </p:cTn>
                                        <p:tgtEl>
                                          <p:spTgt spid="59"/>
                                        </p:tgtEl>
                                        <p:attrNameLst>
                                          <p:attrName>style.visibility</p:attrName>
                                        </p:attrNameLst>
                                      </p:cBhvr>
                                      <p:to>
                                        <p:strVal val="visible"/>
                                      </p:to>
                                    </p:set>
                                    <p:anim calcmode="lin" valueType="num">
                                      <p:cBhvr additive="base">
                                        <p:cTn id="27" dur="500" fill="hold"/>
                                        <p:tgtEl>
                                          <p:spTgt spid="59"/>
                                        </p:tgtEl>
                                        <p:attrNameLst>
                                          <p:attrName>ppt_x</p:attrName>
                                        </p:attrNameLst>
                                      </p:cBhvr>
                                      <p:tavLst>
                                        <p:tav tm="0">
                                          <p:val>
                                            <p:strVal val="0-#ppt_w/2"/>
                                          </p:val>
                                        </p:tav>
                                        <p:tav tm="100000">
                                          <p:val>
                                            <p:strVal val="#ppt_x"/>
                                          </p:val>
                                        </p:tav>
                                      </p:tavLst>
                                    </p:anim>
                                    <p:anim calcmode="lin" valueType="num">
                                      <p:cBhvr additive="base">
                                        <p:cTn id="28" dur="500" fill="hold"/>
                                        <p:tgtEl>
                                          <p:spTgt spid="59"/>
                                        </p:tgtEl>
                                        <p:attrNameLst>
                                          <p:attrName>ppt_y</p:attrName>
                                        </p:attrNameLst>
                                      </p:cBhvr>
                                      <p:tavLst>
                                        <p:tav tm="0">
                                          <p:val>
                                            <p:strVal val="1+#ppt_h/2"/>
                                          </p:val>
                                        </p:tav>
                                        <p:tav tm="100000">
                                          <p:val>
                                            <p:strVal val="#ppt_y"/>
                                          </p:val>
                                        </p:tav>
                                      </p:tavLst>
                                    </p:anim>
                                  </p:childTnLst>
                                </p:cTn>
                              </p:par>
                              <p:par>
                                <p:cTn id="29" presetID="45" presetClass="entr" presetSubtype="0" fill="hold" grpId="0" nodeType="withEffect">
                                  <p:stCondLst>
                                    <p:cond delay="1000"/>
                                  </p:stCondLst>
                                  <p:childTnLst>
                                    <p:set>
                                      <p:cBhvr>
                                        <p:cTn id="30" dur="1" fill="hold">
                                          <p:stCondLst>
                                            <p:cond delay="0"/>
                                          </p:stCondLst>
                                        </p:cTn>
                                        <p:tgtEl>
                                          <p:spTgt spid="64"/>
                                        </p:tgtEl>
                                        <p:attrNameLst>
                                          <p:attrName>style.visibility</p:attrName>
                                        </p:attrNameLst>
                                      </p:cBhvr>
                                      <p:to>
                                        <p:strVal val="visible"/>
                                      </p:to>
                                    </p:set>
                                    <p:animEffect transition="in" filter="fade">
                                      <p:cBhvr>
                                        <p:cTn id="31" dur="2000"/>
                                        <p:tgtEl>
                                          <p:spTgt spid="64"/>
                                        </p:tgtEl>
                                      </p:cBhvr>
                                    </p:animEffect>
                                    <p:anim calcmode="lin" valueType="num">
                                      <p:cBhvr>
                                        <p:cTn id="32" dur="2000" fill="hold"/>
                                        <p:tgtEl>
                                          <p:spTgt spid="64"/>
                                        </p:tgtEl>
                                        <p:attrNameLst>
                                          <p:attrName>ppt_w</p:attrName>
                                        </p:attrNameLst>
                                      </p:cBhvr>
                                      <p:tavLst>
                                        <p:tav tm="0" fmla="#ppt_w*sin(2.5*pi*$)">
                                          <p:val>
                                            <p:fltVal val="0"/>
                                          </p:val>
                                        </p:tav>
                                        <p:tav tm="100000">
                                          <p:val>
                                            <p:fltVal val="1"/>
                                          </p:val>
                                        </p:tav>
                                      </p:tavLst>
                                    </p:anim>
                                    <p:anim calcmode="lin" valueType="num">
                                      <p:cBhvr>
                                        <p:cTn id="33" dur="2000" fill="hold"/>
                                        <p:tgtEl>
                                          <p:spTgt spid="64"/>
                                        </p:tgtEl>
                                        <p:attrNameLst>
                                          <p:attrName>ppt_h</p:attrName>
                                        </p:attrNameLst>
                                      </p:cBhvr>
                                      <p:tavLst>
                                        <p:tav tm="0">
                                          <p:val>
                                            <p:strVal val="#ppt_h"/>
                                          </p:val>
                                        </p:tav>
                                        <p:tav tm="100000">
                                          <p:val>
                                            <p:strVal val="#ppt_h"/>
                                          </p:val>
                                        </p:tav>
                                      </p:tavLst>
                                    </p:anim>
                                  </p:childTnLst>
                                </p:cTn>
                              </p:par>
                              <p:par>
                                <p:cTn id="34" presetID="2" presetClass="entr" presetSubtype="12" fill="hold" nodeType="withEffect">
                                  <p:stCondLst>
                                    <p:cond delay="500"/>
                                  </p:stCondLst>
                                  <p:childTnLst>
                                    <p:set>
                                      <p:cBhvr>
                                        <p:cTn id="35" dur="1" fill="hold">
                                          <p:stCondLst>
                                            <p:cond delay="0"/>
                                          </p:stCondLst>
                                        </p:cTn>
                                        <p:tgtEl>
                                          <p:spTgt spid="65"/>
                                        </p:tgtEl>
                                        <p:attrNameLst>
                                          <p:attrName>style.visibility</p:attrName>
                                        </p:attrNameLst>
                                      </p:cBhvr>
                                      <p:to>
                                        <p:strVal val="visible"/>
                                      </p:to>
                                    </p:set>
                                    <p:anim calcmode="lin" valueType="num">
                                      <p:cBhvr additive="base">
                                        <p:cTn id="36" dur="500" fill="hold"/>
                                        <p:tgtEl>
                                          <p:spTgt spid="65"/>
                                        </p:tgtEl>
                                        <p:attrNameLst>
                                          <p:attrName>ppt_x</p:attrName>
                                        </p:attrNameLst>
                                      </p:cBhvr>
                                      <p:tavLst>
                                        <p:tav tm="0">
                                          <p:val>
                                            <p:strVal val="0-#ppt_w/2"/>
                                          </p:val>
                                        </p:tav>
                                        <p:tav tm="100000">
                                          <p:val>
                                            <p:strVal val="#ppt_x"/>
                                          </p:val>
                                        </p:tav>
                                      </p:tavLst>
                                    </p:anim>
                                    <p:anim calcmode="lin" valueType="num">
                                      <p:cBhvr additive="base">
                                        <p:cTn id="37" dur="500" fill="hold"/>
                                        <p:tgtEl>
                                          <p:spTgt spid="65"/>
                                        </p:tgtEl>
                                        <p:attrNameLst>
                                          <p:attrName>ppt_y</p:attrName>
                                        </p:attrNameLst>
                                      </p:cBhvr>
                                      <p:tavLst>
                                        <p:tav tm="0">
                                          <p:val>
                                            <p:strVal val="1+#ppt_h/2"/>
                                          </p:val>
                                        </p:tav>
                                        <p:tav tm="100000">
                                          <p:val>
                                            <p:strVal val="#ppt_y"/>
                                          </p:val>
                                        </p:tav>
                                      </p:tavLst>
                                    </p:anim>
                                  </p:childTnLst>
                                </p:cTn>
                              </p:par>
                              <p:par>
                                <p:cTn id="38" presetID="45" presetClass="entr" presetSubtype="0" fill="hold" grpId="0" nodeType="withEffect">
                                  <p:stCondLst>
                                    <p:cond delay="100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2000"/>
                                        <p:tgtEl>
                                          <p:spTgt spid="70"/>
                                        </p:tgtEl>
                                      </p:cBhvr>
                                    </p:animEffect>
                                    <p:anim calcmode="lin" valueType="num">
                                      <p:cBhvr>
                                        <p:cTn id="41" dur="2000" fill="hold"/>
                                        <p:tgtEl>
                                          <p:spTgt spid="70"/>
                                        </p:tgtEl>
                                        <p:attrNameLst>
                                          <p:attrName>ppt_w</p:attrName>
                                        </p:attrNameLst>
                                      </p:cBhvr>
                                      <p:tavLst>
                                        <p:tav tm="0" fmla="#ppt_w*sin(2.5*pi*$)">
                                          <p:val>
                                            <p:fltVal val="0"/>
                                          </p:val>
                                        </p:tav>
                                        <p:tav tm="100000">
                                          <p:val>
                                            <p:fltVal val="1"/>
                                          </p:val>
                                        </p:tav>
                                      </p:tavLst>
                                    </p:anim>
                                    <p:anim calcmode="lin" valueType="num">
                                      <p:cBhvr>
                                        <p:cTn id="42" dur="2000" fill="hold"/>
                                        <p:tgtEl>
                                          <p:spTgt spid="70"/>
                                        </p:tgtEl>
                                        <p:attrNameLst>
                                          <p:attrName>ppt_h</p:attrName>
                                        </p:attrNameLst>
                                      </p:cBhvr>
                                      <p:tavLst>
                                        <p:tav tm="0">
                                          <p:val>
                                            <p:strVal val="#ppt_h"/>
                                          </p:val>
                                        </p:tav>
                                        <p:tav tm="100000">
                                          <p:val>
                                            <p:strVal val="#ppt_h"/>
                                          </p:val>
                                        </p:tav>
                                      </p:tavLst>
                                    </p:anim>
                                  </p:childTnLst>
                                </p:cTn>
                              </p:par>
                              <p:par>
                                <p:cTn id="43" presetID="2" presetClass="entr" presetSubtype="12" fill="hold" nodeType="withEffect">
                                  <p:stCondLst>
                                    <p:cond delay="500"/>
                                  </p:stCondLst>
                                  <p:childTnLst>
                                    <p:set>
                                      <p:cBhvr>
                                        <p:cTn id="44" dur="1" fill="hold">
                                          <p:stCondLst>
                                            <p:cond delay="0"/>
                                          </p:stCondLst>
                                        </p:cTn>
                                        <p:tgtEl>
                                          <p:spTgt spid="71"/>
                                        </p:tgtEl>
                                        <p:attrNameLst>
                                          <p:attrName>style.visibility</p:attrName>
                                        </p:attrNameLst>
                                      </p:cBhvr>
                                      <p:to>
                                        <p:strVal val="visible"/>
                                      </p:to>
                                    </p:set>
                                    <p:anim calcmode="lin" valueType="num">
                                      <p:cBhvr additive="base">
                                        <p:cTn id="45" dur="500" fill="hold"/>
                                        <p:tgtEl>
                                          <p:spTgt spid="71"/>
                                        </p:tgtEl>
                                        <p:attrNameLst>
                                          <p:attrName>ppt_x</p:attrName>
                                        </p:attrNameLst>
                                      </p:cBhvr>
                                      <p:tavLst>
                                        <p:tav tm="0">
                                          <p:val>
                                            <p:strVal val="0-#ppt_w/2"/>
                                          </p:val>
                                        </p:tav>
                                        <p:tav tm="100000">
                                          <p:val>
                                            <p:strVal val="#ppt_x"/>
                                          </p:val>
                                        </p:tav>
                                      </p:tavLst>
                                    </p:anim>
                                    <p:anim calcmode="lin" valueType="num">
                                      <p:cBhvr additive="base">
                                        <p:cTn id="46" dur="500" fill="hold"/>
                                        <p:tgtEl>
                                          <p:spTgt spid="71"/>
                                        </p:tgtEl>
                                        <p:attrNameLst>
                                          <p:attrName>ppt_y</p:attrName>
                                        </p:attrNameLst>
                                      </p:cBhvr>
                                      <p:tavLst>
                                        <p:tav tm="0">
                                          <p:val>
                                            <p:strVal val="1+#ppt_h/2"/>
                                          </p:val>
                                        </p:tav>
                                        <p:tav tm="100000">
                                          <p:val>
                                            <p:strVal val="#ppt_y"/>
                                          </p:val>
                                        </p:tav>
                                      </p:tavLst>
                                    </p:anim>
                                  </p:childTnLst>
                                </p:cTn>
                              </p:par>
                              <p:par>
                                <p:cTn id="47" presetID="2" presetClass="entr" presetSubtype="12" fill="hold" nodeType="withEffect">
                                  <p:stCondLst>
                                    <p:cond delay="500"/>
                                  </p:stCondLst>
                                  <p:childTnLst>
                                    <p:set>
                                      <p:cBhvr>
                                        <p:cTn id="48" dur="1" fill="hold">
                                          <p:stCondLst>
                                            <p:cond delay="0"/>
                                          </p:stCondLst>
                                        </p:cTn>
                                        <p:tgtEl>
                                          <p:spTgt spid="76"/>
                                        </p:tgtEl>
                                        <p:attrNameLst>
                                          <p:attrName>style.visibility</p:attrName>
                                        </p:attrNameLst>
                                      </p:cBhvr>
                                      <p:to>
                                        <p:strVal val="visible"/>
                                      </p:to>
                                    </p:set>
                                    <p:anim calcmode="lin" valueType="num">
                                      <p:cBhvr additive="base">
                                        <p:cTn id="49" dur="500" fill="hold"/>
                                        <p:tgtEl>
                                          <p:spTgt spid="76"/>
                                        </p:tgtEl>
                                        <p:attrNameLst>
                                          <p:attrName>ppt_x</p:attrName>
                                        </p:attrNameLst>
                                      </p:cBhvr>
                                      <p:tavLst>
                                        <p:tav tm="0">
                                          <p:val>
                                            <p:strVal val="0-#ppt_w/2"/>
                                          </p:val>
                                        </p:tav>
                                        <p:tav tm="100000">
                                          <p:val>
                                            <p:strVal val="#ppt_x"/>
                                          </p:val>
                                        </p:tav>
                                      </p:tavLst>
                                    </p:anim>
                                    <p:anim calcmode="lin" valueType="num">
                                      <p:cBhvr additive="base">
                                        <p:cTn id="50" dur="500" fill="hold"/>
                                        <p:tgtEl>
                                          <p:spTgt spid="76"/>
                                        </p:tgtEl>
                                        <p:attrNameLst>
                                          <p:attrName>ppt_y</p:attrName>
                                        </p:attrNameLst>
                                      </p:cBhvr>
                                      <p:tavLst>
                                        <p:tav tm="0">
                                          <p:val>
                                            <p:strVal val="1+#ppt_h/2"/>
                                          </p:val>
                                        </p:tav>
                                        <p:tav tm="100000">
                                          <p:val>
                                            <p:strVal val="#ppt_y"/>
                                          </p:val>
                                        </p:tav>
                                      </p:tavLst>
                                    </p:anim>
                                  </p:childTnLst>
                                </p:cTn>
                              </p:par>
                              <p:par>
                                <p:cTn id="51" presetID="2" presetClass="entr" presetSubtype="12" fill="hold" nodeType="withEffect">
                                  <p:stCondLst>
                                    <p:cond delay="500"/>
                                  </p:stCondLst>
                                  <p:childTnLst>
                                    <p:set>
                                      <p:cBhvr>
                                        <p:cTn id="52" dur="1" fill="hold">
                                          <p:stCondLst>
                                            <p:cond delay="0"/>
                                          </p:stCondLst>
                                        </p:cTn>
                                        <p:tgtEl>
                                          <p:spTgt spid="82"/>
                                        </p:tgtEl>
                                        <p:attrNameLst>
                                          <p:attrName>style.visibility</p:attrName>
                                        </p:attrNameLst>
                                      </p:cBhvr>
                                      <p:to>
                                        <p:strVal val="visible"/>
                                      </p:to>
                                    </p:set>
                                    <p:anim calcmode="lin" valueType="num">
                                      <p:cBhvr additive="base">
                                        <p:cTn id="53" dur="500" fill="hold"/>
                                        <p:tgtEl>
                                          <p:spTgt spid="82"/>
                                        </p:tgtEl>
                                        <p:attrNameLst>
                                          <p:attrName>ppt_x</p:attrName>
                                        </p:attrNameLst>
                                      </p:cBhvr>
                                      <p:tavLst>
                                        <p:tav tm="0">
                                          <p:val>
                                            <p:strVal val="0-#ppt_w/2"/>
                                          </p:val>
                                        </p:tav>
                                        <p:tav tm="100000">
                                          <p:val>
                                            <p:strVal val="#ppt_x"/>
                                          </p:val>
                                        </p:tav>
                                      </p:tavLst>
                                    </p:anim>
                                    <p:anim calcmode="lin" valueType="num">
                                      <p:cBhvr additive="base">
                                        <p:cTn id="54" dur="500" fill="hold"/>
                                        <p:tgtEl>
                                          <p:spTgt spid="82"/>
                                        </p:tgtEl>
                                        <p:attrNameLst>
                                          <p:attrName>ppt_y</p:attrName>
                                        </p:attrNameLst>
                                      </p:cBhvr>
                                      <p:tavLst>
                                        <p:tav tm="0">
                                          <p:val>
                                            <p:strVal val="1+#ppt_h/2"/>
                                          </p:val>
                                        </p:tav>
                                        <p:tav tm="100000">
                                          <p:val>
                                            <p:strVal val="#ppt_y"/>
                                          </p:val>
                                        </p:tav>
                                      </p:tavLst>
                                    </p:anim>
                                  </p:childTnLst>
                                </p:cTn>
                              </p:par>
                              <p:par>
                                <p:cTn id="55" presetID="45" presetClass="entr" presetSubtype="0" fill="hold" nodeType="withEffect">
                                  <p:stCondLst>
                                    <p:cond delay="1000"/>
                                  </p:stCondLst>
                                  <p:childTnLst>
                                    <p:set>
                                      <p:cBhvr>
                                        <p:cTn id="56" dur="1" fill="hold">
                                          <p:stCondLst>
                                            <p:cond delay="0"/>
                                          </p:stCondLst>
                                        </p:cTn>
                                        <p:tgtEl>
                                          <p:spTgt spid="96"/>
                                        </p:tgtEl>
                                        <p:attrNameLst>
                                          <p:attrName>style.visibility</p:attrName>
                                        </p:attrNameLst>
                                      </p:cBhvr>
                                      <p:to>
                                        <p:strVal val="visible"/>
                                      </p:to>
                                    </p:set>
                                    <p:animEffect transition="in" filter="fade">
                                      <p:cBhvr>
                                        <p:cTn id="57" dur="2000"/>
                                        <p:tgtEl>
                                          <p:spTgt spid="96"/>
                                        </p:tgtEl>
                                      </p:cBhvr>
                                    </p:animEffect>
                                    <p:anim calcmode="lin" valueType="num">
                                      <p:cBhvr>
                                        <p:cTn id="58" dur="2000" fill="hold"/>
                                        <p:tgtEl>
                                          <p:spTgt spid="96"/>
                                        </p:tgtEl>
                                        <p:attrNameLst>
                                          <p:attrName>ppt_w</p:attrName>
                                        </p:attrNameLst>
                                      </p:cBhvr>
                                      <p:tavLst>
                                        <p:tav tm="0" fmla="#ppt_w*sin(2.5*pi*$)">
                                          <p:val>
                                            <p:fltVal val="0"/>
                                          </p:val>
                                        </p:tav>
                                        <p:tav tm="100000">
                                          <p:val>
                                            <p:fltVal val="1"/>
                                          </p:val>
                                        </p:tav>
                                      </p:tavLst>
                                    </p:anim>
                                    <p:anim calcmode="lin" valueType="num">
                                      <p:cBhvr>
                                        <p:cTn id="59" dur="2000" fill="hold"/>
                                        <p:tgtEl>
                                          <p:spTgt spid="96"/>
                                        </p:tgtEl>
                                        <p:attrNameLst>
                                          <p:attrName>ppt_h</p:attrName>
                                        </p:attrNameLst>
                                      </p:cBhvr>
                                      <p:tavLst>
                                        <p:tav tm="0">
                                          <p:val>
                                            <p:strVal val="#ppt_h"/>
                                          </p:val>
                                        </p:tav>
                                        <p:tav tm="100000">
                                          <p:val>
                                            <p:strVal val="#ppt_h"/>
                                          </p:val>
                                        </p:tav>
                                      </p:tavLst>
                                    </p:anim>
                                  </p:childTnLst>
                                </p:cTn>
                              </p:par>
                              <p:par>
                                <p:cTn id="60" presetID="45" presetClass="entr" presetSubtype="0" fill="hold" grpId="0" nodeType="withEffect">
                                  <p:stCondLst>
                                    <p:cond delay="1000"/>
                                  </p:stCondLst>
                                  <p:childTnLst>
                                    <p:set>
                                      <p:cBhvr>
                                        <p:cTn id="61" dur="1" fill="hold">
                                          <p:stCondLst>
                                            <p:cond delay="0"/>
                                          </p:stCondLst>
                                        </p:cTn>
                                        <p:tgtEl>
                                          <p:spTgt spid="100"/>
                                        </p:tgtEl>
                                        <p:attrNameLst>
                                          <p:attrName>style.visibility</p:attrName>
                                        </p:attrNameLst>
                                      </p:cBhvr>
                                      <p:to>
                                        <p:strVal val="visible"/>
                                      </p:to>
                                    </p:set>
                                    <p:animEffect transition="in" filter="fade">
                                      <p:cBhvr>
                                        <p:cTn id="62" dur="2000"/>
                                        <p:tgtEl>
                                          <p:spTgt spid="100"/>
                                        </p:tgtEl>
                                      </p:cBhvr>
                                    </p:animEffect>
                                    <p:anim calcmode="lin" valueType="num">
                                      <p:cBhvr>
                                        <p:cTn id="63" dur="2000" fill="hold"/>
                                        <p:tgtEl>
                                          <p:spTgt spid="100"/>
                                        </p:tgtEl>
                                        <p:attrNameLst>
                                          <p:attrName>ppt_w</p:attrName>
                                        </p:attrNameLst>
                                      </p:cBhvr>
                                      <p:tavLst>
                                        <p:tav tm="0" fmla="#ppt_w*sin(2.5*pi*$)">
                                          <p:val>
                                            <p:fltVal val="0"/>
                                          </p:val>
                                        </p:tav>
                                        <p:tav tm="100000">
                                          <p:val>
                                            <p:fltVal val="1"/>
                                          </p:val>
                                        </p:tav>
                                      </p:tavLst>
                                    </p:anim>
                                    <p:anim calcmode="lin" valueType="num">
                                      <p:cBhvr>
                                        <p:cTn id="64" dur="2000" fill="hold"/>
                                        <p:tgtEl>
                                          <p:spTgt spid="100"/>
                                        </p:tgtEl>
                                        <p:attrNameLst>
                                          <p:attrName>ppt_h</p:attrName>
                                        </p:attrNameLst>
                                      </p:cBhvr>
                                      <p:tavLst>
                                        <p:tav tm="0">
                                          <p:val>
                                            <p:strVal val="#ppt_h"/>
                                          </p:val>
                                        </p:tav>
                                        <p:tav tm="100000">
                                          <p:val>
                                            <p:strVal val="#ppt_h"/>
                                          </p:val>
                                        </p:tav>
                                      </p:tavLst>
                                    </p:anim>
                                  </p:childTnLst>
                                </p:cTn>
                              </p:par>
                              <p:par>
                                <p:cTn id="65" presetID="45" presetClass="entr" presetSubtype="0" fill="hold" grpId="0" nodeType="withEffect">
                                  <p:stCondLst>
                                    <p:cond delay="1000"/>
                                  </p:stCondLst>
                                  <p:childTnLst>
                                    <p:set>
                                      <p:cBhvr>
                                        <p:cTn id="66" dur="1" fill="hold">
                                          <p:stCondLst>
                                            <p:cond delay="0"/>
                                          </p:stCondLst>
                                        </p:cTn>
                                        <p:tgtEl>
                                          <p:spTgt spid="101"/>
                                        </p:tgtEl>
                                        <p:attrNameLst>
                                          <p:attrName>style.visibility</p:attrName>
                                        </p:attrNameLst>
                                      </p:cBhvr>
                                      <p:to>
                                        <p:strVal val="visible"/>
                                      </p:to>
                                    </p:set>
                                    <p:animEffect transition="in" filter="fade">
                                      <p:cBhvr>
                                        <p:cTn id="67" dur="2000"/>
                                        <p:tgtEl>
                                          <p:spTgt spid="101"/>
                                        </p:tgtEl>
                                      </p:cBhvr>
                                    </p:animEffect>
                                    <p:anim calcmode="lin" valueType="num">
                                      <p:cBhvr>
                                        <p:cTn id="68" dur="2000" fill="hold"/>
                                        <p:tgtEl>
                                          <p:spTgt spid="101"/>
                                        </p:tgtEl>
                                        <p:attrNameLst>
                                          <p:attrName>ppt_w</p:attrName>
                                        </p:attrNameLst>
                                      </p:cBhvr>
                                      <p:tavLst>
                                        <p:tav tm="0" fmla="#ppt_w*sin(2.5*pi*$)">
                                          <p:val>
                                            <p:fltVal val="0"/>
                                          </p:val>
                                        </p:tav>
                                        <p:tav tm="100000">
                                          <p:val>
                                            <p:fltVal val="1"/>
                                          </p:val>
                                        </p:tav>
                                      </p:tavLst>
                                    </p:anim>
                                    <p:anim calcmode="lin" valueType="num">
                                      <p:cBhvr>
                                        <p:cTn id="69" dur="2000" fill="hold"/>
                                        <p:tgtEl>
                                          <p:spTgt spid="101"/>
                                        </p:tgtEl>
                                        <p:attrNameLst>
                                          <p:attrName>ppt_h</p:attrName>
                                        </p:attrNameLst>
                                      </p:cBhvr>
                                      <p:tavLst>
                                        <p:tav tm="0">
                                          <p:val>
                                            <p:strVal val="#ppt_h"/>
                                          </p:val>
                                        </p:tav>
                                        <p:tav tm="100000">
                                          <p:val>
                                            <p:strVal val="#ppt_h"/>
                                          </p:val>
                                        </p:tav>
                                      </p:tavLst>
                                    </p:anim>
                                  </p:childTnLst>
                                </p:cTn>
                              </p:par>
                            </p:childTnLst>
                          </p:cTn>
                        </p:par>
                        <p:par>
                          <p:cTn id="70" fill="hold">
                            <p:stCondLst>
                              <p:cond delay="3500"/>
                            </p:stCondLst>
                            <p:childTnLst>
                              <p:par>
                                <p:cTn id="71" presetID="22" presetClass="entr" presetSubtype="8" fill="hold" grpId="0" nodeType="afterEffect">
                                  <p:stCondLst>
                                    <p:cond delay="0"/>
                                  </p:stCondLst>
                                  <p:childTnLst>
                                    <p:set>
                                      <p:cBhvr>
                                        <p:cTn id="72" dur="1" fill="hold">
                                          <p:stCondLst>
                                            <p:cond delay="0"/>
                                          </p:stCondLst>
                                        </p:cTn>
                                        <p:tgtEl>
                                          <p:spTgt spid="103"/>
                                        </p:tgtEl>
                                        <p:attrNameLst>
                                          <p:attrName>style.visibility</p:attrName>
                                        </p:attrNameLst>
                                      </p:cBhvr>
                                      <p:to>
                                        <p:strVal val="visible"/>
                                      </p:to>
                                    </p:set>
                                    <p:animEffect transition="in" filter="wipe(left)">
                                      <p:cBhvr>
                                        <p:cTn id="7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4" grpId="0" bldLvl="0" animBg="1"/>
      <p:bldP spid="56" grpId="0"/>
      <p:bldP spid="58" grpId="0"/>
      <p:bldP spid="64" grpId="0" bldLvl="0" animBg="1"/>
      <p:bldP spid="70" grpId="0" bldLvl="0" animBg="1"/>
      <p:bldP spid="100" grpId="0" bldLvl="0" animBg="1"/>
      <p:bldP spid="101" grpId="0" bldLvl="0" animBg="1"/>
      <p:bldP spid="10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H_Title_1"/>
          <p:cNvSpPr/>
          <p:nvPr>
            <p:custDataLst>
              <p:tags r:id="rId1"/>
            </p:custDataLst>
          </p:nvPr>
        </p:nvSpPr>
        <p:spPr>
          <a:xfrm>
            <a:off x="2207568" y="260648"/>
            <a:ext cx="2664296" cy="11521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ctr" eaLnBrk="1" hangingPunct="1">
              <a:defRPr/>
            </a:pPr>
            <a:r>
              <a:rPr lang="zh-CN" altLang="en-US" sz="6000" b="1" dirty="0">
                <a:solidFill>
                  <a:srgbClr val="FFFFFF"/>
                </a:solidFill>
                <a:latin typeface="微软雅黑" panose="020B0503020204020204" pitchFamily="34" charset="-122"/>
                <a:ea typeface="微软雅黑" panose="020B0503020204020204" pitchFamily="34" charset="-122"/>
              </a:rPr>
              <a:t>变 量</a:t>
            </a:r>
            <a:endParaRPr lang="zh-CN" altLang="en-US" sz="6000" b="1" dirty="0">
              <a:solidFill>
                <a:srgbClr val="FFFFFF"/>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8" name="文本框 7"/>
          <p:cNvSpPr txBox="1"/>
          <p:nvPr/>
        </p:nvSpPr>
        <p:spPr>
          <a:xfrm>
            <a:off x="666049" y="2690914"/>
            <a:ext cx="6449438" cy="2308324"/>
          </a:xfrm>
          <a:prstGeom prst="rect">
            <a:avLst/>
          </a:prstGeom>
          <a:noFill/>
        </p:spPr>
        <p:txBody>
          <a:bodyPr wrap="square" rtlCol="0">
            <a:spAutoFit/>
          </a:bodyPr>
          <a:lstStyle/>
          <a:p>
            <a:pPr>
              <a:lnSpc>
                <a:spcPct val="200000"/>
              </a:lnSpc>
            </a:pPr>
            <a:r>
              <a:rPr lang="zh-CN" altLang="en-US" dirty="0"/>
              <a:t>变量代表一个有名字的、具有特定属性的一个存储单元。</a:t>
            </a:r>
            <a:endParaRPr lang="en-US" altLang="zh-CN" dirty="0"/>
          </a:p>
          <a:p>
            <a:pPr>
              <a:lnSpc>
                <a:spcPct val="200000"/>
              </a:lnSpc>
            </a:pPr>
            <a:r>
              <a:rPr lang="zh-CN" altLang="en-US" dirty="0"/>
              <a:t>变量用来存放数据，也就是存放变量的值。</a:t>
            </a:r>
            <a:endParaRPr lang="en-US" altLang="zh-CN" dirty="0"/>
          </a:p>
          <a:p>
            <a:pPr>
              <a:lnSpc>
                <a:spcPct val="200000"/>
              </a:lnSpc>
            </a:pPr>
            <a:r>
              <a:rPr lang="zh-CN" altLang="en-US" dirty="0"/>
              <a:t>在程序运行期间，变量的值是可以改变的。</a:t>
            </a:r>
            <a:endParaRPr lang="zh-CN" altLang="en-US" dirty="0"/>
          </a:p>
          <a:p>
            <a:pPr>
              <a:lnSpc>
                <a:spcPct val="200000"/>
              </a:lnSpc>
            </a:pPr>
            <a:r>
              <a:rPr lang="zh-CN" altLang="en-US" dirty="0"/>
              <a:t>变量必须先定义，后使用。</a:t>
            </a:r>
            <a:endParaRPr lang="zh-CN" altLang="en-US" dirty="0"/>
          </a:p>
        </p:txBody>
      </p:sp>
      <p:grpSp>
        <p:nvGrpSpPr>
          <p:cNvPr id="9" name="组合 8"/>
          <p:cNvGrpSpPr/>
          <p:nvPr/>
        </p:nvGrpSpPr>
        <p:grpSpPr>
          <a:xfrm>
            <a:off x="7608168" y="2636912"/>
            <a:ext cx="3048776" cy="2308324"/>
            <a:chOff x="8235310" y="2227634"/>
            <a:chExt cx="3048776" cy="2308324"/>
          </a:xfrm>
        </p:grpSpPr>
        <p:sp>
          <p:nvSpPr>
            <p:cNvPr id="10" name="文本框 9"/>
            <p:cNvSpPr txBox="1"/>
            <p:nvPr/>
          </p:nvSpPr>
          <p:spPr>
            <a:xfrm>
              <a:off x="8686801" y="2928026"/>
              <a:ext cx="408561" cy="461665"/>
            </a:xfrm>
            <a:prstGeom prst="rect">
              <a:avLst/>
            </a:prstGeom>
            <a:noFill/>
          </p:spPr>
          <p:txBody>
            <a:bodyPr wrap="square" rtlCol="0">
              <a:spAutoFit/>
            </a:bodyPr>
            <a:lstStyle/>
            <a:p>
              <a:pPr algn="ctr"/>
              <a:r>
                <a:rPr lang="en-US" altLang="zh-CN" sz="2400" b="1">
                  <a:solidFill>
                    <a:srgbClr val="FF0000"/>
                  </a:solidFill>
                </a:rPr>
                <a:t>a</a:t>
              </a:r>
              <a:endParaRPr lang="zh-CN" altLang="en-US" sz="2400" b="1">
                <a:solidFill>
                  <a:srgbClr val="FF0000"/>
                </a:solidFill>
              </a:endParaRPr>
            </a:p>
          </p:txBody>
        </p:sp>
        <p:sp>
          <p:nvSpPr>
            <p:cNvPr id="11" name="矩形 10"/>
            <p:cNvSpPr/>
            <p:nvPr/>
          </p:nvSpPr>
          <p:spPr>
            <a:xfrm>
              <a:off x="8686801" y="3297358"/>
              <a:ext cx="408562" cy="4575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a:t>3</a:t>
              </a:r>
              <a:endParaRPr lang="zh-CN" altLang="en-US"/>
            </a:p>
          </p:txBody>
        </p:sp>
        <p:sp>
          <p:nvSpPr>
            <p:cNvPr id="12" name="线形标注 2(无边框) 7"/>
            <p:cNvSpPr/>
            <p:nvPr/>
          </p:nvSpPr>
          <p:spPr>
            <a:xfrm>
              <a:off x="9747115" y="2767520"/>
              <a:ext cx="1536971" cy="321012"/>
            </a:xfrm>
            <a:prstGeom prst="callout2">
              <a:avLst>
                <a:gd name="adj1" fmla="val 18750"/>
                <a:gd name="adj2" fmla="val -8333"/>
                <a:gd name="adj3" fmla="val 18750"/>
                <a:gd name="adj4" fmla="val -16667"/>
                <a:gd name="adj5" fmla="val 131077"/>
                <a:gd name="adj6" fmla="val -5054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变量名</a:t>
              </a:r>
              <a:endParaRPr lang="zh-CN" altLang="en-US"/>
            </a:p>
          </p:txBody>
        </p:sp>
        <p:sp>
          <p:nvSpPr>
            <p:cNvPr id="13" name="线形标注 2(无边框) 8"/>
            <p:cNvSpPr/>
            <p:nvPr/>
          </p:nvSpPr>
          <p:spPr>
            <a:xfrm>
              <a:off x="9747114" y="3229185"/>
              <a:ext cx="1536971" cy="321012"/>
            </a:xfrm>
            <a:prstGeom prst="callout2">
              <a:avLst>
                <a:gd name="adj1" fmla="val 18750"/>
                <a:gd name="adj2" fmla="val -8333"/>
                <a:gd name="adj3" fmla="val 18750"/>
                <a:gd name="adj4" fmla="val -16667"/>
                <a:gd name="adj5" fmla="val 85227"/>
                <a:gd name="adj6" fmla="val -504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变量值</a:t>
              </a:r>
              <a:endParaRPr lang="zh-CN" altLang="en-US"/>
            </a:p>
          </p:txBody>
        </p:sp>
        <p:sp>
          <p:nvSpPr>
            <p:cNvPr id="14" name="线形标注 2(无边框) 9"/>
            <p:cNvSpPr/>
            <p:nvPr/>
          </p:nvSpPr>
          <p:spPr>
            <a:xfrm>
              <a:off x="9747114" y="3690850"/>
              <a:ext cx="1536971" cy="321012"/>
            </a:xfrm>
            <a:prstGeom prst="callout2">
              <a:avLst>
                <a:gd name="adj1" fmla="val 18750"/>
                <a:gd name="adj2" fmla="val -8333"/>
                <a:gd name="adj3" fmla="val 18750"/>
                <a:gd name="adj4" fmla="val -16667"/>
                <a:gd name="adj5" fmla="val -20833"/>
                <a:gd name="adj6" fmla="val -428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存储单元</a:t>
              </a:r>
              <a:endParaRPr lang="zh-CN" altLang="en-US"/>
            </a:p>
          </p:txBody>
        </p:sp>
        <p:cxnSp>
          <p:nvCxnSpPr>
            <p:cNvPr id="15" name="直接连接符 14"/>
            <p:cNvCxnSpPr/>
            <p:nvPr/>
          </p:nvCxnSpPr>
          <p:spPr>
            <a:xfrm>
              <a:off x="8235310" y="2227634"/>
              <a:ext cx="0" cy="2308324"/>
            </a:xfrm>
            <a:prstGeom prst="line">
              <a:avLst/>
            </a:prstGeom>
            <a:ln>
              <a:gradFill>
                <a:gsLst>
                  <a:gs pos="0">
                    <a:schemeClr val="accent1">
                      <a:lumMod val="5000"/>
                      <a:lumOff val="95000"/>
                    </a:schemeClr>
                  </a:gs>
                  <a:gs pos="33000">
                    <a:schemeClr val="accent1"/>
                  </a:gs>
                  <a:gs pos="66000">
                    <a:schemeClr val="accent1"/>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8022197" y="2227763"/>
            <a:ext cx="0" cy="2543149"/>
          </a:xfrm>
          <a:prstGeom prst="line">
            <a:avLst/>
          </a:prstGeom>
          <a:ln>
            <a:gradFill>
              <a:gsLst>
                <a:gs pos="0">
                  <a:schemeClr val="accent1">
                    <a:lumMod val="5000"/>
                    <a:lumOff val="95000"/>
                  </a:schemeClr>
                </a:gs>
                <a:gs pos="33000">
                  <a:schemeClr val="accent1"/>
                </a:gs>
                <a:gs pos="66000">
                  <a:schemeClr val="accent1"/>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sp>
        <p:nvSpPr>
          <p:cNvPr id="14" name="MH_Title_1"/>
          <p:cNvSpPr/>
          <p:nvPr>
            <p:custDataLst>
              <p:tags r:id="rId1"/>
            </p:custDataLst>
          </p:nvPr>
        </p:nvSpPr>
        <p:spPr>
          <a:xfrm>
            <a:off x="2423592" y="332656"/>
            <a:ext cx="3888432" cy="12241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ctr" eaLnBrk="1" hangingPunct="1">
              <a:defRPr/>
            </a:pPr>
            <a:r>
              <a:rPr lang="zh-CN" altLang="en-US" sz="6000" b="1" dirty="0">
                <a:solidFill>
                  <a:srgbClr val="FFFFFF"/>
                </a:solidFill>
                <a:latin typeface="微软雅黑" panose="020B0503020204020204" pitchFamily="34" charset="-122"/>
                <a:ea typeface="微软雅黑" panose="020B0503020204020204" pitchFamily="34" charset="-122"/>
              </a:rPr>
              <a:t>标 识 符</a:t>
            </a:r>
            <a:endParaRPr lang="zh-CN" altLang="en-US" sz="6000" b="1" dirty="0">
              <a:solidFill>
                <a:srgbClr val="FFFFFF"/>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5" name="文本框 14"/>
          <p:cNvSpPr txBox="1"/>
          <p:nvPr/>
        </p:nvSpPr>
        <p:spPr>
          <a:xfrm>
            <a:off x="0" y="2492896"/>
            <a:ext cx="7344645" cy="2226250"/>
          </a:xfrm>
          <a:prstGeom prst="rect">
            <a:avLst/>
          </a:prstGeom>
          <a:noFill/>
        </p:spPr>
        <p:txBody>
          <a:bodyPr wrap="square" rtlCol="0">
            <a:spAutoFit/>
          </a:bodyPr>
          <a:lstStyle/>
          <a:p>
            <a:pPr>
              <a:lnSpc>
                <a:spcPct val="200000"/>
              </a:lnSpc>
            </a:pPr>
            <a:r>
              <a:rPr lang="zh-CN" altLang="en-US" dirty="0"/>
              <a:t>标识符就是一个对象的名字。用于标识变量、符号常量、函数、数组、类型等</a:t>
            </a:r>
            <a:endParaRPr lang="zh-CN" altLang="en-US" dirty="0"/>
          </a:p>
          <a:p>
            <a:pPr>
              <a:lnSpc>
                <a:spcPct val="200000"/>
              </a:lnSpc>
            </a:pPr>
            <a:r>
              <a:rPr lang="zh-CN" altLang="en-US" dirty="0"/>
              <a:t>标识符只能由字母、数字和下划线</a:t>
            </a:r>
            <a:r>
              <a:rPr lang="en-US" altLang="zh-CN" dirty="0"/>
              <a:t>3</a:t>
            </a:r>
            <a:r>
              <a:rPr lang="zh-CN" altLang="en-US" dirty="0"/>
              <a:t>种字符组成，且第</a:t>
            </a:r>
            <a:r>
              <a:rPr lang="en-US" altLang="zh-CN" dirty="0"/>
              <a:t>1</a:t>
            </a:r>
            <a:r>
              <a:rPr lang="zh-CN" altLang="en-US" dirty="0"/>
              <a:t>个字符必须为字母或下划线</a:t>
            </a:r>
            <a:endParaRPr lang="zh-CN" altLang="en-US" dirty="0"/>
          </a:p>
        </p:txBody>
      </p:sp>
      <p:sp>
        <p:nvSpPr>
          <p:cNvPr id="16" name="MH_Other_1"/>
          <p:cNvSpPr/>
          <p:nvPr>
            <p:custDataLst>
              <p:tags r:id="rId2"/>
            </p:custDataLst>
          </p:nvPr>
        </p:nvSpPr>
        <p:spPr>
          <a:xfrm>
            <a:off x="8390517" y="2227763"/>
            <a:ext cx="774700" cy="522287"/>
          </a:xfrm>
          <a:custGeom>
            <a:avLst/>
            <a:gdLst>
              <a:gd name="connsiteX0" fmla="*/ 0 w 2429934"/>
              <a:gd name="connsiteY0" fmla="*/ 360367 h 372534"/>
              <a:gd name="connsiteX1" fmla="*/ 2429934 w 2429934"/>
              <a:gd name="connsiteY1" fmla="*/ 360367 h 372534"/>
              <a:gd name="connsiteX2" fmla="*/ 2429934 w 2429934"/>
              <a:gd name="connsiteY2" fmla="*/ 372534 h 372534"/>
              <a:gd name="connsiteX3" fmla="*/ 0 w 2429934"/>
              <a:gd name="connsiteY3" fmla="*/ 372534 h 372534"/>
              <a:gd name="connsiteX4" fmla="*/ 0 w 2429934"/>
              <a:gd name="connsiteY4" fmla="*/ 30167 h 372534"/>
              <a:gd name="connsiteX5" fmla="*/ 2429934 w 2429934"/>
              <a:gd name="connsiteY5" fmla="*/ 30167 h 372534"/>
              <a:gd name="connsiteX6" fmla="*/ 2429934 w 2429934"/>
              <a:gd name="connsiteY6" fmla="*/ 342367 h 372534"/>
              <a:gd name="connsiteX7" fmla="*/ 0 w 2429934"/>
              <a:gd name="connsiteY7" fmla="*/ 342367 h 372534"/>
              <a:gd name="connsiteX8" fmla="*/ 0 w 2429934"/>
              <a:gd name="connsiteY8" fmla="*/ 0 h 372534"/>
              <a:gd name="connsiteX9" fmla="*/ 2429934 w 2429934"/>
              <a:gd name="connsiteY9" fmla="*/ 0 h 372534"/>
              <a:gd name="connsiteX10" fmla="*/ 2429934 w 2429934"/>
              <a:gd name="connsiteY10" fmla="*/ 12167 h 372534"/>
              <a:gd name="connsiteX11" fmla="*/ 0 w 2429934"/>
              <a:gd name="connsiteY11" fmla="*/ 12167 h 372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9934" h="372534">
                <a:moveTo>
                  <a:pt x="0" y="360367"/>
                </a:moveTo>
                <a:lnTo>
                  <a:pt x="2429934" y="360367"/>
                </a:lnTo>
                <a:lnTo>
                  <a:pt x="2429934" y="372534"/>
                </a:lnTo>
                <a:lnTo>
                  <a:pt x="0" y="372534"/>
                </a:lnTo>
                <a:close/>
                <a:moveTo>
                  <a:pt x="0" y="30167"/>
                </a:moveTo>
                <a:lnTo>
                  <a:pt x="2429934" y="30167"/>
                </a:lnTo>
                <a:lnTo>
                  <a:pt x="2429934" y="342367"/>
                </a:lnTo>
                <a:lnTo>
                  <a:pt x="0" y="342367"/>
                </a:lnTo>
                <a:close/>
                <a:moveTo>
                  <a:pt x="0" y="0"/>
                </a:moveTo>
                <a:lnTo>
                  <a:pt x="2429934" y="0"/>
                </a:lnTo>
                <a:lnTo>
                  <a:pt x="2429934" y="12167"/>
                </a:lnTo>
                <a:lnTo>
                  <a:pt x="0" y="12167"/>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a:solidFill>
                  <a:srgbClr val="FEFFFF"/>
                </a:solidFill>
              </a:rPr>
              <a:t>注意</a:t>
            </a:r>
            <a:endParaRPr lang="zh-CN" altLang="en-US" sz="2000">
              <a:solidFill>
                <a:srgbClr val="FEFFFF"/>
              </a:solidFill>
            </a:endParaRPr>
          </a:p>
        </p:txBody>
      </p:sp>
      <p:sp>
        <p:nvSpPr>
          <p:cNvPr id="17" name="MH_SubTitle_1"/>
          <p:cNvSpPr/>
          <p:nvPr>
            <p:custDataLst>
              <p:tags r:id="rId3"/>
            </p:custDataLst>
          </p:nvPr>
        </p:nvSpPr>
        <p:spPr>
          <a:xfrm>
            <a:off x="9165217" y="2227763"/>
            <a:ext cx="2488992" cy="2466975"/>
          </a:xfrm>
          <a:prstGeom prst="rect">
            <a:avLst/>
          </a:prstGeom>
          <a:solidFill>
            <a:srgbClr val="FEFFFF"/>
          </a:solidFill>
          <a:ln w="9525">
            <a:solidFill>
              <a:srgbClr val="B2B2B2"/>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t">
            <a:normAutofit fontScale="92500" lnSpcReduction="10000"/>
          </a:bodyPr>
          <a:lstStyle/>
          <a:p>
            <a:pPr marL="285750" indent="-285750">
              <a:lnSpc>
                <a:spcPct val="130000"/>
              </a:lnSpc>
              <a:buFont typeface="Arial" panose="020B0604020202020204" pitchFamily="34" charset="0"/>
              <a:buChar char="•"/>
              <a:defRPr/>
            </a:pPr>
            <a:r>
              <a:rPr lang="zh-CN" altLang="en-US" dirty="0">
                <a:solidFill>
                  <a:srgbClr val="1C1C1C"/>
                </a:solidFill>
              </a:rPr>
              <a:t>变量名中区分大小写字母</a:t>
            </a:r>
            <a:endParaRPr lang="zh-CN" altLang="en-US" dirty="0">
              <a:solidFill>
                <a:srgbClr val="1C1C1C"/>
              </a:solidFill>
            </a:endParaRPr>
          </a:p>
          <a:p>
            <a:pPr marL="285750" indent="-285750">
              <a:lnSpc>
                <a:spcPct val="130000"/>
              </a:lnSpc>
              <a:buFont typeface="Arial" panose="020B0604020202020204" pitchFamily="34" charset="0"/>
              <a:buChar char="•"/>
              <a:defRPr/>
            </a:pPr>
            <a:r>
              <a:rPr lang="zh-CN" altLang="en-US" dirty="0">
                <a:solidFill>
                  <a:srgbClr val="1C1C1C"/>
                </a:solidFill>
              </a:rPr>
              <a:t>不能使用关键字作为变量名</a:t>
            </a:r>
            <a:endParaRPr lang="en-US" altLang="zh-CN" dirty="0">
              <a:solidFill>
                <a:srgbClr val="1C1C1C"/>
              </a:solidFill>
            </a:endParaRPr>
          </a:p>
          <a:p>
            <a:pPr marL="285750" indent="-285750">
              <a:lnSpc>
                <a:spcPct val="130000"/>
              </a:lnSpc>
              <a:buFont typeface="Arial" panose="020B0604020202020204" pitchFamily="34" charset="0"/>
              <a:buChar char="•"/>
              <a:defRPr/>
            </a:pPr>
            <a:r>
              <a:rPr lang="zh-CN" altLang="en-US" dirty="0">
                <a:solidFill>
                  <a:srgbClr val="1C1C1C"/>
                </a:solidFill>
              </a:rPr>
              <a:t>变量的名字应该尽量反映变量在程序中的作用与含义</a:t>
            </a:r>
            <a:endParaRPr lang="zh-CN" altLang="en-US" dirty="0">
              <a:solidFill>
                <a:srgbClr val="1C1C1C"/>
              </a:solidFill>
            </a:endParaRPr>
          </a:p>
          <a:p>
            <a:pPr>
              <a:lnSpc>
                <a:spcPct val="130000"/>
              </a:lnSpc>
              <a:defRPr/>
            </a:pPr>
            <a:endParaRPr lang="zh-CN" altLang="en-US" dirty="0">
              <a:solidFill>
                <a:srgbClr val="1C1C1C"/>
              </a:solidFill>
            </a:endParaRPr>
          </a:p>
        </p:txBody>
      </p:sp>
      <p:sp>
        <p:nvSpPr>
          <p:cNvPr id="18" name="MH_Other_2"/>
          <p:cNvSpPr/>
          <p:nvPr>
            <p:custDataLst>
              <p:tags r:id="rId4"/>
            </p:custDataLst>
          </p:nvPr>
        </p:nvSpPr>
        <p:spPr>
          <a:xfrm rot="16200000">
            <a:off x="11352584" y="4385274"/>
            <a:ext cx="301625" cy="301625"/>
          </a:xfrm>
          <a:prstGeom prst="rtTriangle">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文本框 18"/>
          <p:cNvSpPr txBox="1"/>
          <p:nvPr/>
        </p:nvSpPr>
        <p:spPr>
          <a:xfrm>
            <a:off x="47328" y="5030677"/>
            <a:ext cx="11877482" cy="1200329"/>
          </a:xfrm>
          <a:prstGeom prst="rect">
            <a:avLst/>
          </a:prstGeom>
          <a:noFill/>
        </p:spPr>
        <p:txBody>
          <a:bodyPr wrap="none" rtlCol="0">
            <a:spAutoFit/>
          </a:bodyPr>
          <a:lstStyle/>
          <a:p>
            <a:r>
              <a:rPr lang="en-US" altLang="zh-CN" dirty="0"/>
              <a:t>1.1 </a:t>
            </a:r>
            <a:r>
              <a:rPr lang="zh-CN" altLang="en-US" dirty="0"/>
              <a:t>驼峰命名法指</a:t>
            </a:r>
            <a:endParaRPr lang="en-US" altLang="zh-CN" dirty="0"/>
          </a:p>
          <a:p>
            <a:r>
              <a:rPr lang="zh-CN" altLang="en-US" dirty="0"/>
              <a:t>混合使用大小写字母来构成变量和函数的名字。当变量名或函数名是由一个或多个单词连结在一起构成的唯一识别</a:t>
            </a:r>
            <a:endParaRPr lang="en-US" altLang="zh-CN" dirty="0"/>
          </a:p>
          <a:p>
            <a:r>
              <a:rPr lang="zh-CN" altLang="en-US" dirty="0"/>
              <a:t>字时，第一个单词以小写字母开始，从第二个单词开始以后的每个单词的首字母都采用大写字母，例如：</a:t>
            </a:r>
            <a:r>
              <a:rPr lang="en-US" altLang="zh-CN" dirty="0" err="1"/>
              <a:t>myName</a:t>
            </a:r>
            <a:r>
              <a:rPr lang="zh-CN" altLang="en-US" dirty="0"/>
              <a:t>、</a:t>
            </a:r>
            <a:endParaRPr lang="en-US" altLang="zh-CN" dirty="0"/>
          </a:p>
          <a:p>
            <a:r>
              <a:rPr lang="en-US" altLang="zh-CN" dirty="0" err="1"/>
              <a:t>myAge</a:t>
            </a:r>
            <a:r>
              <a:rPr lang="zh-CN" altLang="en-US" dirty="0"/>
              <a:t>，这样的变量名看上去就像骆驼峰一样此起彼伏，因此被称为驼峰命名法。</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4151630" y="548640"/>
            <a:ext cx="3963035" cy="887095"/>
          </a:xfrm>
          <a:prstGeom prst="rect">
            <a:avLst/>
          </a:prstGeom>
        </p:spPr>
        <p:txBody>
          <a:bodyPr vert="horz" lIns="91440" tIns="45720" rIns="91440" bIns="45720" rtlCol="0" anchor="ctr">
            <a:normAutofit fontScale="87500"/>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auto" latinLnBrk="0" hangingPunct="1">
              <a:lnSpc>
                <a:spcPct val="120000"/>
              </a:lnSpc>
              <a:spcBef>
                <a:spcPct val="0"/>
              </a:spcBef>
              <a:spcAft>
                <a:spcPts val="0"/>
              </a:spcAft>
              <a:buClrTx/>
              <a:buSzTx/>
              <a:buFontTx/>
              <a:buNone/>
              <a:defRPr/>
            </a:pPr>
            <a:r>
              <a:rPr kumimoji="0" lang="en-US" altLang="zh-CN" sz="2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j-cs"/>
              </a:rPr>
              <a:t>C</a:t>
            </a:r>
            <a:r>
              <a:rPr kumimoji="0" lang="zh-CN" altLang="en-US" sz="2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j-cs"/>
              </a:rPr>
              <a:t>与</a:t>
            </a:r>
            <a:r>
              <a:rPr kumimoji="0" lang="en-US" altLang="zh-CN" sz="2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j-cs"/>
              </a:rPr>
              <a:t>C++ </a:t>
            </a:r>
            <a:r>
              <a:rPr kumimoji="0" lang="zh-CN" altLang="en-US" sz="2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j-cs"/>
              </a:rPr>
              <a:t>语言中的关键字</a:t>
            </a:r>
            <a:endParaRPr kumimoji="0" lang="zh-CN" altLang="en-US" sz="2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j-cs"/>
            </a:endParaRPr>
          </a:p>
        </p:txBody>
      </p:sp>
      <p:graphicFrame>
        <p:nvGraphicFramePr>
          <p:cNvPr id="8" name="表格 7"/>
          <p:cNvGraphicFramePr>
            <a:graphicFrameLocks noGrp="1"/>
          </p:cNvGraphicFramePr>
          <p:nvPr/>
        </p:nvGraphicFramePr>
        <p:xfrm>
          <a:off x="1847528" y="2348880"/>
          <a:ext cx="8935280" cy="3841608"/>
        </p:xfrm>
        <a:graphic>
          <a:graphicData uri="http://schemas.openxmlformats.org/drawingml/2006/table">
            <a:tbl>
              <a:tblPr/>
              <a:tblGrid>
                <a:gridCol w="2233820"/>
                <a:gridCol w="2233820"/>
                <a:gridCol w="2233820"/>
                <a:gridCol w="2233820"/>
              </a:tblGrid>
              <a:tr h="480201">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Auto</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break</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case</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char</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r>
              <a:tr h="480201">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const</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continue</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default</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do</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r>
              <a:tr h="480201">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double</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dirty="0">
                          <a:solidFill>
                            <a:schemeClr val="accent1"/>
                          </a:solidFill>
                          <a:effectLst/>
                          <a:latin typeface="+mn-ea"/>
                          <a:ea typeface="+mn-ea"/>
                        </a:rPr>
                        <a:t>else</a:t>
                      </a:r>
                      <a:endParaRPr lang="zh-CN" sz="2000" kern="100" dirty="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enum</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extern</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r>
              <a:tr h="480201">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float</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for</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dirty="0" err="1">
                          <a:solidFill>
                            <a:schemeClr val="accent1"/>
                          </a:solidFill>
                          <a:effectLst/>
                          <a:latin typeface="+mn-ea"/>
                          <a:ea typeface="+mn-ea"/>
                        </a:rPr>
                        <a:t>goto</a:t>
                      </a:r>
                      <a:endParaRPr lang="zh-CN" sz="2000" kern="100" dirty="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if</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r>
              <a:tr h="480201">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int</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long</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register</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return</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r>
              <a:tr h="480201">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short</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signed</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sizeof</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static</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r>
              <a:tr h="480201">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struct</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switch</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typedef</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union</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r>
              <a:tr h="480201">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unsigned</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void</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a:solidFill>
                            <a:schemeClr val="accent1"/>
                          </a:solidFill>
                          <a:effectLst/>
                          <a:latin typeface="+mn-ea"/>
                          <a:ea typeface="+mn-ea"/>
                        </a:rPr>
                        <a:t>volatile</a:t>
                      </a:r>
                      <a:endParaRPr lang="zh-CN" sz="2000" kern="10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等线" panose="02010600030101010101" charset="-122"/>
                        </a:defRPr>
                      </a:lvl1pPr>
                      <a:lvl2pPr marL="457200" algn="l" defTabSz="914400" rtl="0" eaLnBrk="1" latinLnBrk="0" hangingPunct="1">
                        <a:defRPr sz="1800" kern="1200">
                          <a:solidFill>
                            <a:schemeClr val="dk1"/>
                          </a:solidFill>
                          <a:latin typeface="等线" panose="02010600030101010101" charset="-122"/>
                        </a:defRPr>
                      </a:lvl2pPr>
                      <a:lvl3pPr marL="914400" algn="l" defTabSz="914400" rtl="0" eaLnBrk="1" latinLnBrk="0" hangingPunct="1">
                        <a:defRPr sz="1800" kern="1200">
                          <a:solidFill>
                            <a:schemeClr val="dk1"/>
                          </a:solidFill>
                          <a:latin typeface="等线" panose="02010600030101010101" charset="-122"/>
                        </a:defRPr>
                      </a:lvl3pPr>
                      <a:lvl4pPr marL="1371600" algn="l" defTabSz="914400" rtl="0" eaLnBrk="1" latinLnBrk="0" hangingPunct="1">
                        <a:defRPr sz="1800" kern="1200">
                          <a:solidFill>
                            <a:schemeClr val="dk1"/>
                          </a:solidFill>
                          <a:latin typeface="等线" panose="02010600030101010101" charset="-122"/>
                        </a:defRPr>
                      </a:lvl4pPr>
                      <a:lvl5pPr marL="1828800" algn="l" defTabSz="914400" rtl="0" eaLnBrk="1" latinLnBrk="0" hangingPunct="1">
                        <a:defRPr sz="1800" kern="1200">
                          <a:solidFill>
                            <a:schemeClr val="dk1"/>
                          </a:solidFill>
                          <a:latin typeface="等线" panose="02010600030101010101" charset="-122"/>
                        </a:defRPr>
                      </a:lvl5pPr>
                      <a:lvl6pPr marL="2286000" algn="l" defTabSz="914400" rtl="0" eaLnBrk="1" latinLnBrk="0" hangingPunct="1">
                        <a:defRPr sz="1800" kern="1200">
                          <a:solidFill>
                            <a:schemeClr val="dk1"/>
                          </a:solidFill>
                          <a:latin typeface="等线" panose="02010600030101010101" charset="-122"/>
                        </a:defRPr>
                      </a:lvl6pPr>
                      <a:lvl7pPr marL="2743200" algn="l" defTabSz="914400" rtl="0" eaLnBrk="1" latinLnBrk="0" hangingPunct="1">
                        <a:defRPr sz="1800" kern="1200">
                          <a:solidFill>
                            <a:schemeClr val="dk1"/>
                          </a:solidFill>
                          <a:latin typeface="等线" panose="02010600030101010101" charset="-122"/>
                        </a:defRPr>
                      </a:lvl7pPr>
                      <a:lvl8pPr marL="3200400" algn="l" defTabSz="914400" rtl="0" eaLnBrk="1" latinLnBrk="0" hangingPunct="1">
                        <a:defRPr sz="1800" kern="1200">
                          <a:solidFill>
                            <a:schemeClr val="dk1"/>
                          </a:solidFill>
                          <a:latin typeface="等线" panose="02010600030101010101" charset="-122"/>
                        </a:defRPr>
                      </a:lvl8pPr>
                      <a:lvl9pPr marL="3657600" algn="l" defTabSz="914400" rtl="0" eaLnBrk="1" latinLnBrk="0" hangingPunct="1">
                        <a:defRPr sz="1800" kern="1200">
                          <a:solidFill>
                            <a:schemeClr val="dk1"/>
                          </a:solidFill>
                          <a:latin typeface="等线" panose="02010600030101010101" charset="-122"/>
                        </a:defRPr>
                      </a:lvl9pPr>
                    </a:lstStyle>
                    <a:p>
                      <a:pPr algn="just">
                        <a:spcAft>
                          <a:spcPts val="0"/>
                        </a:spcAft>
                      </a:pPr>
                      <a:r>
                        <a:rPr lang="en-US" sz="2000" kern="100" dirty="0">
                          <a:solidFill>
                            <a:schemeClr val="accent1"/>
                          </a:solidFill>
                          <a:effectLst/>
                          <a:latin typeface="+mn-ea"/>
                          <a:ea typeface="+mn-ea"/>
                        </a:rPr>
                        <a:t>while</a:t>
                      </a:r>
                      <a:endParaRPr lang="zh-CN" sz="2000" kern="100" dirty="0">
                        <a:solidFill>
                          <a:schemeClr val="accent1"/>
                        </a:solidFill>
                        <a:effectLst/>
                        <a:latin typeface="+mn-ea"/>
                        <a:ea typeface="+mn-ea"/>
                        <a:cs typeface="Times New Roman" panose="02020603050405020304" pitchFamily="18"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Text" lastClr="000000">
                        <a:tint val="20000"/>
                      </a:sysClr>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770377" y="520920"/>
            <a:ext cx="10515600" cy="132556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a:t>数据类型</a:t>
            </a:r>
            <a:endParaRPr lang="zh-CN" altLang="en-US" dirty="0"/>
          </a:p>
        </p:txBody>
      </p:sp>
      <p:sp>
        <p:nvSpPr>
          <p:cNvPr id="5" name="内容占位符 2"/>
          <p:cNvSpPr txBox="1"/>
          <p:nvPr/>
        </p:nvSpPr>
        <p:spPr>
          <a:xfrm>
            <a:off x="747003" y="1785643"/>
            <a:ext cx="10344150" cy="589584"/>
          </a:xfrm>
          <a:prstGeom prst="rect">
            <a:avLst/>
          </a:prstGeom>
        </p:spPr>
        <p:txBody>
          <a:bodyP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zh-CN" altLang="en-US" sz="2000" dirty="0">
                <a:solidFill>
                  <a:schemeClr val="tx1">
                    <a:lumMod val="65000"/>
                    <a:lumOff val="35000"/>
                  </a:schemeClr>
                </a:solidFill>
              </a:rPr>
              <a:t>所谓类型，就是对数据分配存储单元的安排，包括存储单元的长度</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占多少字节</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以及数据的存储形式。不同的类型分配不同的长度和存储形式。</a:t>
            </a:r>
            <a:endParaRPr lang="en-US" altLang="zh-CN" sz="2000" dirty="0">
              <a:solidFill>
                <a:schemeClr val="tx1">
                  <a:lumMod val="65000"/>
                  <a:lumOff val="35000"/>
                </a:schemeClr>
              </a:solidFill>
            </a:endParaRPr>
          </a:p>
        </p:txBody>
      </p:sp>
      <p:graphicFrame>
        <p:nvGraphicFramePr>
          <p:cNvPr id="6" name="图示 5"/>
          <p:cNvGraphicFramePr/>
          <p:nvPr/>
        </p:nvGraphicFramePr>
        <p:xfrm>
          <a:off x="711199" y="2186609"/>
          <a:ext cx="10769601" cy="438315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135560" y="332656"/>
            <a:ext cx="9912960" cy="1015663"/>
          </a:xfrm>
          <a:prstGeom prst="rect">
            <a:avLst/>
          </a:prstGeom>
          <a:noFill/>
        </p:spPr>
        <p:txBody>
          <a:bodyPr wrap="square" rtlCol="0">
            <a:spAutoFit/>
          </a:bodyPr>
          <a:lstStyle/>
          <a:p>
            <a:r>
              <a:rPr lang="en-US" altLang="zh-CN" sz="6000" dirty="0"/>
              <a:t>1</a:t>
            </a:r>
            <a:r>
              <a:rPr lang="zh-CN" altLang="en-US" sz="6000" dirty="0"/>
              <a:t>整型：</a:t>
            </a:r>
            <a:endParaRPr lang="en-US" altLang="zh-CN" sz="6000" dirty="0"/>
          </a:p>
        </p:txBody>
      </p:sp>
      <p:sp>
        <p:nvSpPr>
          <p:cNvPr id="5" name="文本框 4"/>
          <p:cNvSpPr txBox="1"/>
          <p:nvPr/>
        </p:nvSpPr>
        <p:spPr>
          <a:xfrm>
            <a:off x="0" y="1916832"/>
            <a:ext cx="12048520" cy="953135"/>
          </a:xfrm>
          <a:prstGeom prst="rect">
            <a:avLst/>
          </a:prstGeom>
          <a:noFill/>
        </p:spPr>
        <p:txBody>
          <a:bodyPr wrap="square" rtlCol="0">
            <a:spAutoFit/>
          </a:bodyPr>
          <a:lstStyle/>
          <a:p>
            <a:r>
              <a:rPr lang="zh-CN" altLang="en-US" sz="2800" dirty="0"/>
              <a:t>作用：整型变量表示的是整数类型的数据。</a:t>
            </a:r>
            <a:r>
              <a:rPr lang="en-US" altLang="zh-CN" sz="2800" dirty="0"/>
              <a:t>(32</a:t>
            </a:r>
            <a:r>
              <a:rPr lang="zh-CN" altLang="en-US" sz="2800" dirty="0"/>
              <a:t>位的操作系统</a:t>
            </a:r>
            <a:r>
              <a:rPr lang="en-US" altLang="zh-CN" sz="2800" dirty="0"/>
              <a:t>)</a:t>
            </a:r>
            <a:endParaRPr lang="zh-CN" altLang="en-US" sz="2800" dirty="0"/>
          </a:p>
          <a:p>
            <a:endParaRPr lang="en-US" altLang="zh-CN" sz="2800" dirty="0"/>
          </a:p>
        </p:txBody>
      </p:sp>
      <p:graphicFrame>
        <p:nvGraphicFramePr>
          <p:cNvPr id="10" name="表格 9"/>
          <p:cNvGraphicFramePr>
            <a:graphicFrameLocks noGrp="1"/>
          </p:cNvGraphicFramePr>
          <p:nvPr/>
        </p:nvGraphicFramePr>
        <p:xfrm>
          <a:off x="119336" y="2535001"/>
          <a:ext cx="11737304" cy="4134363"/>
        </p:xfrm>
        <a:graphic>
          <a:graphicData uri="http://schemas.openxmlformats.org/drawingml/2006/table">
            <a:tbl>
              <a:tblPr firstRow="1">
                <a:tableStyleId>{5C22544A-7EE6-4342-B048-85BDC9FD1C3A}</a:tableStyleId>
              </a:tblPr>
              <a:tblGrid>
                <a:gridCol w="2467662"/>
                <a:gridCol w="2174230"/>
                <a:gridCol w="869692"/>
                <a:gridCol w="6225720"/>
              </a:tblGrid>
              <a:tr h="863843">
                <a:tc>
                  <a:txBody>
                    <a:bodyPr/>
                    <a:lstStyle/>
                    <a:p>
                      <a:pPr algn="ctr">
                        <a:lnSpc>
                          <a:spcPct val="100000"/>
                        </a:lnSpc>
                        <a:spcAft>
                          <a:spcPts val="0"/>
                        </a:spcAft>
                        <a:tabLst>
                          <a:tab pos="2637155" algn="ctr"/>
                          <a:tab pos="5274310" algn="r"/>
                          <a:tab pos="266700" algn="l"/>
                        </a:tabLst>
                      </a:pPr>
                      <a:r>
                        <a:rPr lang="zh-CN" sz="1600" kern="100">
                          <a:effectLst/>
                          <a:latin typeface="+mn-ea"/>
                          <a:ea typeface="+mn-ea"/>
                        </a:rPr>
                        <a:t>整型数据类型</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ctr">
                        <a:lnSpc>
                          <a:spcPct val="100000"/>
                        </a:lnSpc>
                        <a:spcAft>
                          <a:spcPts val="0"/>
                        </a:spcAft>
                        <a:tabLst>
                          <a:tab pos="2637155" algn="ctr"/>
                          <a:tab pos="5274310" algn="r"/>
                          <a:tab pos="266700" algn="l"/>
                        </a:tabLst>
                      </a:pPr>
                      <a:r>
                        <a:rPr lang="zh-CN" sz="1600" kern="100">
                          <a:effectLst/>
                          <a:latin typeface="+mn-ea"/>
                          <a:ea typeface="+mn-ea"/>
                        </a:rPr>
                        <a:t>缺省形式的</a:t>
                      </a:r>
                      <a:endParaRPr lang="en-US" altLang="zh-CN" sz="1600" kern="100">
                        <a:effectLst/>
                        <a:latin typeface="+mn-ea"/>
                        <a:ea typeface="+mn-ea"/>
                      </a:endParaRPr>
                    </a:p>
                    <a:p>
                      <a:pPr algn="ctr">
                        <a:lnSpc>
                          <a:spcPct val="100000"/>
                        </a:lnSpc>
                        <a:spcAft>
                          <a:spcPts val="0"/>
                        </a:spcAft>
                        <a:tabLst>
                          <a:tab pos="2637155" algn="ctr"/>
                          <a:tab pos="5274310" algn="r"/>
                          <a:tab pos="266700" algn="l"/>
                        </a:tabLst>
                      </a:pPr>
                      <a:r>
                        <a:rPr lang="zh-CN" sz="1600" kern="100">
                          <a:effectLst/>
                          <a:latin typeface="+mn-ea"/>
                          <a:ea typeface="+mn-ea"/>
                        </a:rPr>
                        <a:t>整型数据类型</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ctr">
                        <a:lnSpc>
                          <a:spcPct val="100000"/>
                        </a:lnSpc>
                        <a:spcAft>
                          <a:spcPts val="0"/>
                        </a:spcAft>
                        <a:tabLst>
                          <a:tab pos="2637155" algn="ctr"/>
                          <a:tab pos="5274310" algn="r"/>
                          <a:tab pos="266700" algn="l"/>
                        </a:tabLst>
                      </a:pPr>
                      <a:r>
                        <a:rPr lang="zh-CN" altLang="en-US" sz="1600" kern="100">
                          <a:effectLst/>
                          <a:latin typeface="+mn-ea"/>
                          <a:ea typeface="+mn-ea"/>
                          <a:cs typeface="Times New Roman" panose="02020603050405020304" pitchFamily="18" charset="0"/>
                        </a:rPr>
                        <a:t>字节数</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ctr">
                        <a:lnSpc>
                          <a:spcPct val="100000"/>
                        </a:lnSpc>
                        <a:spcAft>
                          <a:spcPts val="0"/>
                        </a:spcAft>
                        <a:tabLst>
                          <a:tab pos="2637155" algn="ctr"/>
                          <a:tab pos="5274310" algn="r"/>
                          <a:tab pos="266700" algn="l"/>
                        </a:tabLst>
                      </a:pPr>
                      <a:r>
                        <a:rPr lang="zh-CN" altLang="en-US" sz="1600" kern="100" dirty="0">
                          <a:effectLst/>
                          <a:latin typeface="+mn-ea"/>
                          <a:ea typeface="+mn-ea"/>
                          <a:cs typeface="Times New Roman" panose="02020603050405020304" pitchFamily="18" charset="0"/>
                        </a:rPr>
                        <a:t>取值范围</a:t>
                      </a:r>
                      <a:endParaRPr lang="zh-CN" sz="1600" kern="100" dirty="0">
                        <a:effectLst/>
                        <a:latin typeface="+mn-ea"/>
                        <a:ea typeface="+mn-ea"/>
                        <a:cs typeface="Times New Roman" panose="02020603050405020304" pitchFamily="18" charset="0"/>
                      </a:endParaRPr>
                    </a:p>
                  </a:txBody>
                  <a:tcPr marL="68580" marR="68580" marT="0" marB="0" anchor="ctr"/>
                </a:tc>
              </a:tr>
              <a:tr h="408815">
                <a:tc>
                  <a:txBody>
                    <a:bodyPr/>
                    <a:lstStyle/>
                    <a:p>
                      <a:pPr algn="l">
                        <a:lnSpc>
                          <a:spcPct val="100000"/>
                        </a:lnSpc>
                        <a:spcAft>
                          <a:spcPts val="0"/>
                        </a:spcAft>
                      </a:pPr>
                      <a:r>
                        <a:rPr lang="en-US" sz="1600" kern="100" dirty="0">
                          <a:effectLst/>
                          <a:latin typeface="+mn-ea"/>
                          <a:ea typeface="+mn-ea"/>
                        </a:rPr>
                        <a:t>int</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sz="1600" kern="100" err="1">
                          <a:effectLst/>
                          <a:latin typeface="+mn-ea"/>
                          <a:ea typeface="+mn-ea"/>
                        </a:rPr>
                        <a:t>int</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4</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-2147483648~2147483647</a:t>
                      </a:r>
                      <a:r>
                        <a:rPr lang="zh-CN" altLang="en-US" sz="1600" kern="100">
                          <a:effectLst/>
                          <a:latin typeface="+mn-ea"/>
                          <a:ea typeface="+mn-ea"/>
                          <a:cs typeface="Times New Roman" panose="02020603050405020304" pitchFamily="18" charset="0"/>
                        </a:rPr>
                        <a:t>（</a:t>
                      </a:r>
                      <a:r>
                        <a:rPr lang="en-US" altLang="zh-CN" sz="1600" kern="100">
                          <a:effectLst/>
                          <a:latin typeface="+mn-ea"/>
                          <a:ea typeface="+mn-ea"/>
                          <a:cs typeface="Times New Roman" panose="02020603050405020304" pitchFamily="18" charset="0"/>
                        </a:rPr>
                        <a:t>-2</a:t>
                      </a:r>
                      <a:r>
                        <a:rPr lang="en-US" altLang="zh-CN" sz="1600" kern="100" baseline="30000">
                          <a:effectLst/>
                          <a:latin typeface="+mn-ea"/>
                          <a:ea typeface="+mn-ea"/>
                          <a:cs typeface="Times New Roman" panose="02020603050405020304" pitchFamily="18" charset="0"/>
                        </a:rPr>
                        <a:t>31</a:t>
                      </a:r>
                      <a:r>
                        <a:rPr lang="en-US" altLang="zh-CN" sz="1600" kern="100">
                          <a:effectLst/>
                          <a:latin typeface="+mn-ea"/>
                          <a:ea typeface="+mn-ea"/>
                          <a:cs typeface="Times New Roman" panose="02020603050405020304" pitchFamily="18" charset="0"/>
                        </a:rPr>
                        <a:t>~2</a:t>
                      </a:r>
                      <a:r>
                        <a:rPr lang="en-US" altLang="zh-CN" sz="1600" kern="100" baseline="30000">
                          <a:solidFill>
                            <a:schemeClr val="dk1"/>
                          </a:solidFill>
                          <a:effectLst/>
                          <a:latin typeface="+mn-ea"/>
                          <a:ea typeface="+mn-ea"/>
                          <a:cs typeface="Times New Roman" panose="02020603050405020304" pitchFamily="18" charset="0"/>
                        </a:rPr>
                        <a:t>31</a:t>
                      </a:r>
                      <a:r>
                        <a:rPr lang="en-US" altLang="zh-CN" sz="1600" kern="100">
                          <a:effectLst/>
                          <a:latin typeface="+mn-ea"/>
                          <a:ea typeface="+mn-ea"/>
                          <a:cs typeface="Times New Roman" panose="02020603050405020304" pitchFamily="18" charset="0"/>
                        </a:rPr>
                        <a:t>-1</a:t>
                      </a:r>
                      <a:r>
                        <a:rPr lang="zh-CN" altLang="en-US" sz="1600" kern="100">
                          <a:effectLst/>
                          <a:latin typeface="+mn-ea"/>
                          <a:ea typeface="+mn-ea"/>
                          <a:cs typeface="Times New Roman" panose="02020603050405020304" pitchFamily="18" charset="0"/>
                        </a:rPr>
                        <a:t>）</a:t>
                      </a:r>
                      <a:endParaRPr lang="zh-CN" sz="1600" kern="100">
                        <a:effectLst/>
                        <a:latin typeface="+mn-ea"/>
                        <a:ea typeface="+mn-ea"/>
                        <a:cs typeface="Times New Roman" panose="02020603050405020304" pitchFamily="18" charset="0"/>
                      </a:endParaRPr>
                    </a:p>
                  </a:txBody>
                  <a:tcPr marL="68580" marR="68580" marT="0" marB="0" anchor="ctr"/>
                </a:tc>
              </a:tr>
              <a:tr h="408815">
                <a:tc>
                  <a:txBody>
                    <a:bodyPr/>
                    <a:lstStyle/>
                    <a:p>
                      <a:pPr algn="l">
                        <a:lnSpc>
                          <a:spcPct val="100000"/>
                        </a:lnSpc>
                        <a:spcAft>
                          <a:spcPts val="0"/>
                        </a:spcAft>
                      </a:pPr>
                      <a:r>
                        <a:rPr lang="en-US" sz="1600" kern="100" dirty="0">
                          <a:effectLst/>
                          <a:latin typeface="+mn-ea"/>
                          <a:ea typeface="+mn-ea"/>
                        </a:rPr>
                        <a:t>unsigned int</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sz="1600" kern="100">
                          <a:effectLst/>
                          <a:latin typeface="+mn-ea"/>
                          <a:ea typeface="+mn-ea"/>
                        </a:rPr>
                        <a:t>Unsigned</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4</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0~4294967295</a:t>
                      </a:r>
                      <a:r>
                        <a:rPr lang="zh-CN" altLang="en-US" sz="1600" kern="100">
                          <a:effectLst/>
                          <a:latin typeface="+mn-ea"/>
                          <a:ea typeface="+mn-ea"/>
                          <a:cs typeface="Times New Roman" panose="02020603050405020304" pitchFamily="18" charset="0"/>
                        </a:rPr>
                        <a:t>（</a:t>
                      </a:r>
                      <a:r>
                        <a:rPr lang="en-US" altLang="zh-CN" sz="1600" kern="100">
                          <a:effectLst/>
                          <a:latin typeface="+mn-ea"/>
                          <a:ea typeface="+mn-ea"/>
                          <a:cs typeface="Times New Roman" panose="02020603050405020304" pitchFamily="18" charset="0"/>
                        </a:rPr>
                        <a:t>0~2</a:t>
                      </a:r>
                      <a:r>
                        <a:rPr lang="en-US" altLang="zh-CN" sz="1600" kern="100" baseline="30000">
                          <a:solidFill>
                            <a:schemeClr val="dk1"/>
                          </a:solidFill>
                          <a:effectLst/>
                          <a:latin typeface="+mn-ea"/>
                          <a:ea typeface="+mn-ea"/>
                          <a:cs typeface="Times New Roman" panose="02020603050405020304" pitchFamily="18" charset="0"/>
                        </a:rPr>
                        <a:t>32</a:t>
                      </a:r>
                      <a:r>
                        <a:rPr lang="en-US" altLang="zh-CN" sz="1600" kern="100">
                          <a:effectLst/>
                          <a:latin typeface="+mn-ea"/>
                          <a:ea typeface="+mn-ea"/>
                          <a:cs typeface="Times New Roman" panose="02020603050405020304" pitchFamily="18" charset="0"/>
                        </a:rPr>
                        <a:t>-1</a:t>
                      </a:r>
                      <a:r>
                        <a:rPr lang="zh-CN" altLang="en-US" sz="1600" kern="100">
                          <a:effectLst/>
                          <a:latin typeface="+mn-ea"/>
                          <a:ea typeface="+mn-ea"/>
                          <a:cs typeface="Times New Roman" panose="02020603050405020304" pitchFamily="18" charset="0"/>
                        </a:rPr>
                        <a:t>）</a:t>
                      </a:r>
                      <a:endParaRPr lang="zh-CN" sz="1600" kern="100">
                        <a:effectLst/>
                        <a:latin typeface="+mn-ea"/>
                        <a:ea typeface="+mn-ea"/>
                        <a:cs typeface="Times New Roman" panose="02020603050405020304" pitchFamily="18" charset="0"/>
                      </a:endParaRPr>
                    </a:p>
                  </a:txBody>
                  <a:tcPr marL="68580" marR="68580" marT="0" marB="0" anchor="ctr"/>
                </a:tc>
              </a:tr>
              <a:tr h="408815">
                <a:tc>
                  <a:txBody>
                    <a:bodyPr/>
                    <a:lstStyle/>
                    <a:p>
                      <a:pPr algn="l">
                        <a:lnSpc>
                          <a:spcPct val="100000"/>
                        </a:lnSpc>
                        <a:spcAft>
                          <a:spcPts val="0"/>
                        </a:spcAft>
                      </a:pPr>
                      <a:r>
                        <a:rPr lang="en-US" sz="1600" kern="100" dirty="0">
                          <a:effectLst/>
                          <a:latin typeface="+mn-ea"/>
                          <a:ea typeface="+mn-ea"/>
                        </a:rPr>
                        <a:t>[signed] short</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sz="1600" kern="100">
                          <a:effectLst/>
                          <a:latin typeface="+mn-ea"/>
                          <a:ea typeface="+mn-ea"/>
                        </a:rPr>
                        <a:t>short</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2</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-32768~32767</a:t>
                      </a:r>
                      <a:r>
                        <a:rPr lang="zh-CN" altLang="en-US" sz="1600" kern="100">
                          <a:effectLst/>
                          <a:latin typeface="+mn-ea"/>
                          <a:ea typeface="+mn-ea"/>
                          <a:cs typeface="Times New Roman" panose="02020603050405020304" pitchFamily="18" charset="0"/>
                        </a:rPr>
                        <a:t>（</a:t>
                      </a:r>
                      <a:r>
                        <a:rPr lang="en-US" altLang="zh-CN" sz="1600" kern="100">
                          <a:effectLst/>
                          <a:latin typeface="+mn-ea"/>
                          <a:ea typeface="+mn-ea"/>
                          <a:cs typeface="Times New Roman" panose="02020603050405020304" pitchFamily="18" charset="0"/>
                        </a:rPr>
                        <a:t>-2</a:t>
                      </a:r>
                      <a:r>
                        <a:rPr lang="en-US" altLang="zh-CN" sz="1600" kern="100" baseline="30000">
                          <a:solidFill>
                            <a:schemeClr val="dk1"/>
                          </a:solidFill>
                          <a:effectLst/>
                          <a:latin typeface="+mn-ea"/>
                          <a:ea typeface="+mn-ea"/>
                          <a:cs typeface="Times New Roman" panose="02020603050405020304" pitchFamily="18" charset="0"/>
                        </a:rPr>
                        <a:t>15</a:t>
                      </a:r>
                      <a:r>
                        <a:rPr lang="en-US" altLang="zh-CN" sz="1600" kern="100">
                          <a:effectLst/>
                          <a:latin typeface="+mn-ea"/>
                          <a:ea typeface="+mn-ea"/>
                          <a:cs typeface="Times New Roman" panose="02020603050405020304" pitchFamily="18" charset="0"/>
                        </a:rPr>
                        <a:t>~2</a:t>
                      </a:r>
                      <a:r>
                        <a:rPr lang="en-US" altLang="zh-CN" sz="1600" kern="100" baseline="30000">
                          <a:solidFill>
                            <a:schemeClr val="dk1"/>
                          </a:solidFill>
                          <a:effectLst/>
                          <a:latin typeface="+mn-ea"/>
                          <a:ea typeface="+mn-ea"/>
                          <a:cs typeface="Times New Roman" panose="02020603050405020304" pitchFamily="18" charset="0"/>
                        </a:rPr>
                        <a:t>15</a:t>
                      </a:r>
                      <a:r>
                        <a:rPr lang="en-US" altLang="zh-CN" sz="1600" kern="100">
                          <a:effectLst/>
                          <a:latin typeface="+mn-ea"/>
                          <a:ea typeface="+mn-ea"/>
                          <a:cs typeface="Times New Roman" panose="02020603050405020304" pitchFamily="18" charset="0"/>
                        </a:rPr>
                        <a:t>-1</a:t>
                      </a:r>
                      <a:r>
                        <a:rPr lang="zh-CN" altLang="en-US" sz="1600" kern="100">
                          <a:effectLst/>
                          <a:latin typeface="+mn-ea"/>
                          <a:ea typeface="+mn-ea"/>
                          <a:cs typeface="Times New Roman" panose="02020603050405020304" pitchFamily="18" charset="0"/>
                        </a:rPr>
                        <a:t>）</a:t>
                      </a:r>
                      <a:endParaRPr lang="zh-CN" sz="1600" kern="100">
                        <a:effectLst/>
                        <a:latin typeface="+mn-ea"/>
                        <a:ea typeface="+mn-ea"/>
                        <a:cs typeface="Times New Roman" panose="02020603050405020304" pitchFamily="18" charset="0"/>
                      </a:endParaRPr>
                    </a:p>
                  </a:txBody>
                  <a:tcPr marL="68580" marR="68580" marT="0" marB="0" anchor="ctr"/>
                </a:tc>
              </a:tr>
              <a:tr h="408815">
                <a:tc>
                  <a:txBody>
                    <a:bodyPr/>
                    <a:lstStyle/>
                    <a:p>
                      <a:pPr algn="l">
                        <a:lnSpc>
                          <a:spcPct val="100000"/>
                        </a:lnSpc>
                        <a:spcAft>
                          <a:spcPts val="0"/>
                        </a:spcAft>
                      </a:pPr>
                      <a:r>
                        <a:rPr lang="en-US" sz="1600" kern="100" dirty="0">
                          <a:effectLst/>
                          <a:latin typeface="+mn-ea"/>
                          <a:ea typeface="+mn-ea"/>
                        </a:rPr>
                        <a:t>unsigned short</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sz="1600" kern="100">
                          <a:effectLst/>
                          <a:latin typeface="+mn-ea"/>
                          <a:ea typeface="+mn-ea"/>
                        </a:rPr>
                        <a:t>unsigned short</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2</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0~65535</a:t>
                      </a:r>
                      <a:r>
                        <a:rPr lang="zh-CN" altLang="en-US" sz="1600" kern="100">
                          <a:effectLst/>
                          <a:latin typeface="+mn-ea"/>
                          <a:ea typeface="+mn-ea"/>
                          <a:cs typeface="Times New Roman" panose="02020603050405020304" pitchFamily="18" charset="0"/>
                        </a:rPr>
                        <a:t>（</a:t>
                      </a:r>
                      <a:r>
                        <a:rPr lang="en-US" altLang="zh-CN" sz="1600" kern="100">
                          <a:effectLst/>
                          <a:latin typeface="+mn-ea"/>
                          <a:ea typeface="+mn-ea"/>
                          <a:cs typeface="Times New Roman" panose="02020603050405020304" pitchFamily="18" charset="0"/>
                        </a:rPr>
                        <a:t>0~2</a:t>
                      </a:r>
                      <a:r>
                        <a:rPr lang="en-US" altLang="zh-CN" sz="1600" kern="100" baseline="30000">
                          <a:solidFill>
                            <a:schemeClr val="dk1"/>
                          </a:solidFill>
                          <a:effectLst/>
                          <a:latin typeface="+mn-ea"/>
                          <a:ea typeface="+mn-ea"/>
                          <a:cs typeface="Times New Roman" panose="02020603050405020304" pitchFamily="18" charset="0"/>
                        </a:rPr>
                        <a:t>16</a:t>
                      </a:r>
                      <a:r>
                        <a:rPr lang="en-US" altLang="zh-CN" sz="1600" kern="100">
                          <a:effectLst/>
                          <a:latin typeface="+mn-ea"/>
                          <a:ea typeface="+mn-ea"/>
                          <a:cs typeface="Times New Roman" panose="02020603050405020304" pitchFamily="18" charset="0"/>
                        </a:rPr>
                        <a:t>-1</a:t>
                      </a:r>
                      <a:r>
                        <a:rPr lang="zh-CN" altLang="en-US" sz="1600" kern="100">
                          <a:effectLst/>
                          <a:latin typeface="+mn-ea"/>
                          <a:ea typeface="+mn-ea"/>
                          <a:cs typeface="Times New Roman" panose="02020603050405020304" pitchFamily="18" charset="0"/>
                        </a:rPr>
                        <a:t>）</a:t>
                      </a:r>
                      <a:endParaRPr lang="zh-CN" sz="1600" kern="100">
                        <a:effectLst/>
                        <a:latin typeface="+mn-ea"/>
                        <a:ea typeface="+mn-ea"/>
                        <a:cs typeface="Times New Roman" panose="02020603050405020304" pitchFamily="18" charset="0"/>
                      </a:endParaRPr>
                    </a:p>
                  </a:txBody>
                  <a:tcPr marL="68580" marR="68580" marT="0" marB="0" anchor="ctr"/>
                </a:tc>
              </a:tr>
              <a:tr h="408815">
                <a:tc>
                  <a:txBody>
                    <a:bodyPr/>
                    <a:lstStyle/>
                    <a:p>
                      <a:pPr algn="l">
                        <a:lnSpc>
                          <a:spcPct val="100000"/>
                        </a:lnSpc>
                        <a:spcAft>
                          <a:spcPts val="0"/>
                        </a:spcAft>
                      </a:pPr>
                      <a:r>
                        <a:rPr lang="en-US" sz="1600" kern="100" dirty="0">
                          <a:effectLst/>
                          <a:latin typeface="+mn-ea"/>
                          <a:ea typeface="+mn-ea"/>
                        </a:rPr>
                        <a:t>[signed ]long </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sz="1600" kern="100">
                          <a:effectLst/>
                          <a:latin typeface="+mn-ea"/>
                          <a:ea typeface="+mn-ea"/>
                        </a:rPr>
                        <a:t>long</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4</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-2147483648~2147483647</a:t>
                      </a:r>
                      <a:r>
                        <a:rPr lang="zh-CN" altLang="en-US" sz="1600" kern="100">
                          <a:effectLst/>
                          <a:latin typeface="+mn-ea"/>
                          <a:ea typeface="+mn-ea"/>
                          <a:cs typeface="Times New Roman" panose="02020603050405020304" pitchFamily="18" charset="0"/>
                        </a:rPr>
                        <a:t>（</a:t>
                      </a:r>
                      <a:r>
                        <a:rPr lang="en-US" altLang="zh-CN" sz="1600" kern="100">
                          <a:effectLst/>
                          <a:latin typeface="+mn-ea"/>
                          <a:ea typeface="+mn-ea"/>
                          <a:cs typeface="Times New Roman" panose="02020603050405020304" pitchFamily="18" charset="0"/>
                        </a:rPr>
                        <a:t>-2</a:t>
                      </a:r>
                      <a:r>
                        <a:rPr lang="en-US" altLang="zh-CN" sz="1600" kern="100" baseline="30000">
                          <a:effectLst/>
                          <a:latin typeface="+mn-ea"/>
                          <a:ea typeface="+mn-ea"/>
                          <a:cs typeface="Times New Roman" panose="02020603050405020304" pitchFamily="18" charset="0"/>
                        </a:rPr>
                        <a:t>31</a:t>
                      </a:r>
                      <a:r>
                        <a:rPr lang="en-US" altLang="zh-CN" sz="1600" kern="100">
                          <a:effectLst/>
                          <a:latin typeface="+mn-ea"/>
                          <a:ea typeface="+mn-ea"/>
                          <a:cs typeface="Times New Roman" panose="02020603050405020304" pitchFamily="18" charset="0"/>
                        </a:rPr>
                        <a:t>~2</a:t>
                      </a:r>
                      <a:r>
                        <a:rPr lang="en-US" altLang="zh-CN" sz="1600" kern="100" baseline="30000">
                          <a:solidFill>
                            <a:schemeClr val="dk1"/>
                          </a:solidFill>
                          <a:effectLst/>
                          <a:latin typeface="+mn-ea"/>
                          <a:ea typeface="+mn-ea"/>
                          <a:cs typeface="Times New Roman" panose="02020603050405020304" pitchFamily="18" charset="0"/>
                        </a:rPr>
                        <a:t>31</a:t>
                      </a:r>
                      <a:r>
                        <a:rPr lang="en-US" altLang="zh-CN" sz="1600" kern="100">
                          <a:effectLst/>
                          <a:latin typeface="+mn-ea"/>
                          <a:ea typeface="+mn-ea"/>
                          <a:cs typeface="Times New Roman" panose="02020603050405020304" pitchFamily="18" charset="0"/>
                        </a:rPr>
                        <a:t>-1</a:t>
                      </a:r>
                      <a:r>
                        <a:rPr lang="zh-CN" altLang="en-US" sz="1600" kern="100">
                          <a:effectLst/>
                          <a:latin typeface="+mn-ea"/>
                          <a:ea typeface="+mn-ea"/>
                          <a:cs typeface="Times New Roman" panose="02020603050405020304" pitchFamily="18" charset="0"/>
                        </a:rPr>
                        <a:t>）</a:t>
                      </a:r>
                      <a:endParaRPr lang="zh-CN" sz="1600" kern="100">
                        <a:effectLst/>
                        <a:latin typeface="+mn-ea"/>
                        <a:ea typeface="+mn-ea"/>
                        <a:cs typeface="Times New Roman" panose="02020603050405020304" pitchFamily="18" charset="0"/>
                      </a:endParaRPr>
                    </a:p>
                  </a:txBody>
                  <a:tcPr marL="68580" marR="68580" marT="0" marB="0" anchor="ctr"/>
                </a:tc>
              </a:tr>
              <a:tr h="408815">
                <a:tc>
                  <a:txBody>
                    <a:bodyPr/>
                    <a:lstStyle/>
                    <a:p>
                      <a:pPr algn="l">
                        <a:lnSpc>
                          <a:spcPct val="100000"/>
                        </a:lnSpc>
                        <a:spcAft>
                          <a:spcPts val="0"/>
                        </a:spcAft>
                      </a:pPr>
                      <a:r>
                        <a:rPr lang="en-US" sz="1600" kern="100" dirty="0">
                          <a:effectLst/>
                          <a:latin typeface="+mn-ea"/>
                          <a:ea typeface="+mn-ea"/>
                        </a:rPr>
                        <a:t>unsigned long</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sz="1600" kern="100">
                          <a:effectLst/>
                          <a:latin typeface="+mn-ea"/>
                          <a:ea typeface="+mn-ea"/>
                        </a:rPr>
                        <a:t>unsigned long</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4</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0~4294967295</a:t>
                      </a:r>
                      <a:r>
                        <a:rPr lang="zh-CN" altLang="en-US" sz="1600" kern="100">
                          <a:effectLst/>
                          <a:latin typeface="+mn-ea"/>
                          <a:ea typeface="+mn-ea"/>
                          <a:cs typeface="Times New Roman" panose="02020603050405020304" pitchFamily="18" charset="0"/>
                        </a:rPr>
                        <a:t>（</a:t>
                      </a:r>
                      <a:r>
                        <a:rPr lang="en-US" altLang="zh-CN" sz="1600" kern="100">
                          <a:effectLst/>
                          <a:latin typeface="+mn-ea"/>
                          <a:ea typeface="+mn-ea"/>
                          <a:cs typeface="Times New Roman" panose="02020603050405020304" pitchFamily="18" charset="0"/>
                        </a:rPr>
                        <a:t>0~2</a:t>
                      </a:r>
                      <a:r>
                        <a:rPr lang="en-US" altLang="zh-CN" sz="1600" kern="100" baseline="30000">
                          <a:solidFill>
                            <a:schemeClr val="dk1"/>
                          </a:solidFill>
                          <a:effectLst/>
                          <a:latin typeface="+mn-ea"/>
                          <a:ea typeface="+mn-ea"/>
                          <a:cs typeface="Times New Roman" panose="02020603050405020304" pitchFamily="18" charset="0"/>
                        </a:rPr>
                        <a:t>32</a:t>
                      </a:r>
                      <a:r>
                        <a:rPr lang="en-US" altLang="zh-CN" sz="1600" kern="100">
                          <a:effectLst/>
                          <a:latin typeface="+mn-ea"/>
                          <a:ea typeface="+mn-ea"/>
                          <a:cs typeface="Times New Roman" panose="02020603050405020304" pitchFamily="18" charset="0"/>
                        </a:rPr>
                        <a:t>-1</a:t>
                      </a:r>
                      <a:r>
                        <a:rPr lang="zh-CN" altLang="en-US" sz="1600" kern="100">
                          <a:effectLst/>
                          <a:latin typeface="+mn-ea"/>
                          <a:ea typeface="+mn-ea"/>
                          <a:cs typeface="Times New Roman" panose="02020603050405020304" pitchFamily="18" charset="0"/>
                        </a:rPr>
                        <a:t>）</a:t>
                      </a:r>
                      <a:endParaRPr lang="zh-CN" altLang="zh-CN" sz="1600" kern="100">
                        <a:effectLst/>
                        <a:latin typeface="+mn-ea"/>
                        <a:ea typeface="+mn-ea"/>
                        <a:cs typeface="Times New Roman" panose="02020603050405020304" pitchFamily="18" charset="0"/>
                      </a:endParaRPr>
                    </a:p>
                  </a:txBody>
                  <a:tcPr marL="68580" marR="68580" marT="0" marB="0" anchor="ctr"/>
                </a:tc>
              </a:tr>
              <a:tr h="408815">
                <a:tc>
                  <a:txBody>
                    <a:bodyPr/>
                    <a:lstStyle/>
                    <a:p>
                      <a:pPr algn="l">
                        <a:lnSpc>
                          <a:spcPct val="100000"/>
                        </a:lnSpc>
                        <a:spcAft>
                          <a:spcPts val="0"/>
                        </a:spcAft>
                      </a:pPr>
                      <a:r>
                        <a:rPr lang="en-US" sz="1600" kern="100" dirty="0">
                          <a:effectLst/>
                          <a:latin typeface="+mn-ea"/>
                          <a:ea typeface="+mn-ea"/>
                        </a:rPr>
                        <a:t>[signed ]long </a:t>
                      </a:r>
                      <a:r>
                        <a:rPr lang="en-US" sz="1600" kern="100" dirty="0" err="1">
                          <a:effectLst/>
                          <a:latin typeface="+mn-ea"/>
                          <a:ea typeface="+mn-ea"/>
                        </a:rPr>
                        <a:t>long</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sz="1600" kern="100">
                          <a:effectLst/>
                          <a:latin typeface="+mn-ea"/>
                          <a:ea typeface="+mn-ea"/>
                        </a:rPr>
                        <a:t>long </a:t>
                      </a:r>
                      <a:r>
                        <a:rPr lang="en-US" sz="1600" kern="100" err="1">
                          <a:effectLst/>
                          <a:latin typeface="+mn-ea"/>
                          <a:ea typeface="+mn-ea"/>
                        </a:rPr>
                        <a:t>long</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8</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-9223372036854775808~9223372036854775807</a:t>
                      </a:r>
                      <a:r>
                        <a:rPr lang="zh-CN" altLang="en-US" sz="1600" kern="100">
                          <a:effectLst/>
                          <a:latin typeface="+mn-ea"/>
                          <a:ea typeface="+mn-ea"/>
                          <a:cs typeface="Times New Roman" panose="02020603050405020304" pitchFamily="18" charset="0"/>
                        </a:rPr>
                        <a:t>（</a:t>
                      </a:r>
                      <a:r>
                        <a:rPr lang="en-US" altLang="zh-CN" sz="1600" kern="100">
                          <a:effectLst/>
                          <a:latin typeface="+mn-ea"/>
                          <a:ea typeface="+mn-ea"/>
                          <a:cs typeface="Times New Roman" panose="02020603050405020304" pitchFamily="18" charset="0"/>
                        </a:rPr>
                        <a:t>-2</a:t>
                      </a:r>
                      <a:r>
                        <a:rPr lang="en-US" altLang="zh-CN" sz="1600" kern="100" baseline="30000">
                          <a:effectLst/>
                          <a:latin typeface="+mn-ea"/>
                          <a:ea typeface="+mn-ea"/>
                          <a:cs typeface="Times New Roman" panose="02020603050405020304" pitchFamily="18" charset="0"/>
                        </a:rPr>
                        <a:t>63</a:t>
                      </a:r>
                      <a:r>
                        <a:rPr lang="en-US" altLang="zh-CN" sz="1600" kern="100">
                          <a:effectLst/>
                          <a:latin typeface="+mn-ea"/>
                          <a:ea typeface="+mn-ea"/>
                          <a:cs typeface="Times New Roman" panose="02020603050405020304" pitchFamily="18" charset="0"/>
                        </a:rPr>
                        <a:t>~2</a:t>
                      </a:r>
                      <a:r>
                        <a:rPr lang="en-US" altLang="zh-CN" sz="1600" kern="100" baseline="30000">
                          <a:solidFill>
                            <a:schemeClr val="dk1"/>
                          </a:solidFill>
                          <a:effectLst/>
                          <a:latin typeface="+mn-ea"/>
                          <a:ea typeface="+mn-ea"/>
                          <a:cs typeface="Times New Roman" panose="02020603050405020304" pitchFamily="18" charset="0"/>
                        </a:rPr>
                        <a:t>63</a:t>
                      </a:r>
                      <a:r>
                        <a:rPr lang="en-US" altLang="zh-CN" sz="1600" kern="100">
                          <a:effectLst/>
                          <a:latin typeface="+mn-ea"/>
                          <a:ea typeface="+mn-ea"/>
                          <a:cs typeface="Times New Roman" panose="02020603050405020304" pitchFamily="18" charset="0"/>
                        </a:rPr>
                        <a:t>-1</a:t>
                      </a:r>
                      <a:r>
                        <a:rPr lang="zh-CN" altLang="en-US" sz="1600" kern="100">
                          <a:effectLst/>
                          <a:latin typeface="+mn-ea"/>
                          <a:ea typeface="+mn-ea"/>
                          <a:cs typeface="Times New Roman" panose="02020603050405020304" pitchFamily="18" charset="0"/>
                        </a:rPr>
                        <a:t>）</a:t>
                      </a:r>
                      <a:endParaRPr lang="zh-CN" sz="1600" kern="100">
                        <a:effectLst/>
                        <a:latin typeface="+mn-ea"/>
                        <a:ea typeface="+mn-ea"/>
                        <a:cs typeface="Times New Roman" panose="02020603050405020304" pitchFamily="18" charset="0"/>
                      </a:endParaRPr>
                    </a:p>
                  </a:txBody>
                  <a:tcPr marL="68580" marR="68580" marT="0" marB="0" anchor="ctr"/>
                </a:tc>
              </a:tr>
              <a:tr h="408815">
                <a:tc>
                  <a:txBody>
                    <a:bodyPr/>
                    <a:lstStyle/>
                    <a:p>
                      <a:pPr algn="l">
                        <a:lnSpc>
                          <a:spcPct val="100000"/>
                        </a:lnSpc>
                        <a:spcAft>
                          <a:spcPts val="0"/>
                        </a:spcAft>
                      </a:pPr>
                      <a:r>
                        <a:rPr lang="en-US" sz="1600" kern="100" dirty="0">
                          <a:effectLst/>
                          <a:latin typeface="+mn-ea"/>
                          <a:ea typeface="+mn-ea"/>
                        </a:rPr>
                        <a:t>unsigned long </a:t>
                      </a:r>
                      <a:r>
                        <a:rPr lang="en-US" sz="1600" kern="100" dirty="0" err="1">
                          <a:effectLst/>
                          <a:latin typeface="+mn-ea"/>
                          <a:ea typeface="+mn-ea"/>
                        </a:rPr>
                        <a:t>long</a:t>
                      </a:r>
                      <a:r>
                        <a:rPr lang="en-US" sz="1600" kern="100" dirty="0">
                          <a:effectLst/>
                          <a:latin typeface="+mn-ea"/>
                          <a:ea typeface="+mn-ea"/>
                        </a:rPr>
                        <a:t> </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sz="1600" kern="100">
                          <a:effectLst/>
                          <a:latin typeface="+mn-ea"/>
                          <a:ea typeface="+mn-ea"/>
                        </a:rPr>
                        <a:t>unsigned long </a:t>
                      </a:r>
                      <a:r>
                        <a:rPr lang="en-US" sz="1600" kern="100" err="1">
                          <a:effectLst/>
                          <a:latin typeface="+mn-ea"/>
                          <a:ea typeface="+mn-ea"/>
                        </a:rPr>
                        <a:t>long</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a:effectLst/>
                          <a:latin typeface="+mn-ea"/>
                          <a:ea typeface="+mn-ea"/>
                          <a:cs typeface="Times New Roman" panose="02020603050405020304" pitchFamily="18" charset="0"/>
                        </a:rPr>
                        <a:t>8</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lnSpc>
                          <a:spcPct val="100000"/>
                        </a:lnSpc>
                        <a:spcAft>
                          <a:spcPts val="0"/>
                        </a:spcAft>
                      </a:pPr>
                      <a:r>
                        <a:rPr lang="en-US" altLang="zh-CN" sz="1600" kern="100" dirty="0">
                          <a:effectLst/>
                          <a:latin typeface="+mn-ea"/>
                          <a:ea typeface="+mn-ea"/>
                          <a:cs typeface="Times New Roman" panose="02020603050405020304" pitchFamily="18" charset="0"/>
                        </a:rPr>
                        <a:t>0~18446744073709551615</a:t>
                      </a:r>
                      <a:r>
                        <a:rPr lang="zh-CN" altLang="en-US" sz="1600" kern="100" dirty="0">
                          <a:effectLst/>
                          <a:latin typeface="+mn-ea"/>
                          <a:ea typeface="+mn-ea"/>
                          <a:cs typeface="Times New Roman" panose="02020603050405020304" pitchFamily="18" charset="0"/>
                        </a:rPr>
                        <a:t>（</a:t>
                      </a:r>
                      <a:r>
                        <a:rPr lang="en-US" altLang="zh-CN" sz="1600" kern="100" dirty="0">
                          <a:effectLst/>
                          <a:latin typeface="+mn-ea"/>
                          <a:ea typeface="+mn-ea"/>
                          <a:cs typeface="Times New Roman" panose="02020603050405020304" pitchFamily="18" charset="0"/>
                        </a:rPr>
                        <a:t>0~2</a:t>
                      </a:r>
                      <a:r>
                        <a:rPr lang="en-US" altLang="zh-CN" sz="1600" kern="100" baseline="30000" dirty="0">
                          <a:solidFill>
                            <a:schemeClr val="dk1"/>
                          </a:solidFill>
                          <a:effectLst/>
                          <a:latin typeface="+mn-ea"/>
                          <a:ea typeface="+mn-ea"/>
                          <a:cs typeface="Times New Roman" panose="02020603050405020304" pitchFamily="18" charset="0"/>
                        </a:rPr>
                        <a:t>64</a:t>
                      </a:r>
                      <a:r>
                        <a:rPr lang="en-US" altLang="zh-CN" sz="1600" kern="100" dirty="0">
                          <a:effectLst/>
                          <a:latin typeface="+mn-ea"/>
                          <a:ea typeface="+mn-ea"/>
                          <a:cs typeface="Times New Roman" panose="02020603050405020304" pitchFamily="18" charset="0"/>
                        </a:rPr>
                        <a:t>-1</a:t>
                      </a:r>
                      <a:r>
                        <a:rPr lang="zh-CN" altLang="en-US" sz="1600" kern="100" dirty="0">
                          <a:effectLst/>
                          <a:latin typeface="+mn-ea"/>
                          <a:ea typeface="+mn-ea"/>
                          <a:cs typeface="Times New Roman" panose="02020603050405020304" pitchFamily="18" charset="0"/>
                        </a:rPr>
                        <a:t>）</a:t>
                      </a:r>
                      <a:endParaRPr lang="zh-CN" sz="1600" kern="100" dirty="0">
                        <a:effectLst/>
                        <a:latin typeface="+mn-ea"/>
                        <a:ea typeface="+mn-ea"/>
                        <a:cs typeface="Times New Roman" panose="02020603050405020304" pitchFamily="18" charset="0"/>
                      </a:endParaRPr>
                    </a:p>
                  </a:txBody>
                  <a:tcPr marL="68580" marR="68580" marT="0" marB="0" anchor="ctr"/>
                </a:tc>
              </a:tr>
            </a:tbl>
          </a:graphicData>
        </a:graphic>
      </p:graphicFrame>
      <p:sp>
        <p:nvSpPr>
          <p:cNvPr id="2" name="文本框 1"/>
          <p:cNvSpPr txBox="1"/>
          <p:nvPr/>
        </p:nvSpPr>
        <p:spPr>
          <a:xfrm>
            <a:off x="4655820" y="332740"/>
            <a:ext cx="6756400" cy="1476375"/>
          </a:xfrm>
          <a:prstGeom prst="rect">
            <a:avLst/>
          </a:prstGeom>
          <a:noFill/>
        </p:spPr>
        <p:txBody>
          <a:bodyPr wrap="square" rtlCol="0">
            <a:spAutoFit/>
          </a:bodyPr>
          <a:p>
            <a:r>
              <a:rPr lang="zh-CN" altLang="en-US"/>
              <a:t>1、</a:t>
            </a:r>
            <a:r>
              <a:rPr lang="en-US" altLang="zh-CN"/>
              <a:t>uint8_t(</a:t>
            </a:r>
            <a:r>
              <a:rPr lang="zh-CN" altLang="en-US"/>
              <a:t>u8</a:t>
            </a:r>
            <a:r>
              <a:rPr lang="en-US" altLang="zh-CN"/>
              <a:t>)</a:t>
            </a:r>
            <a:r>
              <a:rPr lang="zh-CN" altLang="en-US"/>
              <a:t>：u8表示无符号</a:t>
            </a:r>
            <a:r>
              <a:rPr lang="en-US" altLang="zh-CN"/>
              <a:t> </a:t>
            </a:r>
            <a:r>
              <a:rPr lang="zh-CN" altLang="en-US"/>
              <a:t>char字符类型。</a:t>
            </a:r>
            <a:endParaRPr lang="zh-CN" altLang="en-US"/>
          </a:p>
          <a:p>
            <a:endParaRPr lang="zh-CN" altLang="en-US"/>
          </a:p>
          <a:p>
            <a:r>
              <a:rPr lang="zh-CN" altLang="en-US"/>
              <a:t>2、</a:t>
            </a:r>
            <a:r>
              <a:rPr lang="en-US" altLang="zh-CN"/>
              <a:t>uint16_t(</a:t>
            </a:r>
            <a:r>
              <a:rPr lang="zh-CN" altLang="en-US">
                <a:sym typeface="+mn-ea"/>
              </a:rPr>
              <a:t>u16</a:t>
            </a:r>
            <a:r>
              <a:rPr lang="en-US" altLang="zh-CN"/>
              <a:t>)</a:t>
            </a:r>
            <a:r>
              <a:rPr lang="zh-CN" altLang="en-US"/>
              <a:t>：u16表示无符号</a:t>
            </a:r>
            <a:r>
              <a:rPr lang="en-US" altLang="zh-CN"/>
              <a:t> </a:t>
            </a:r>
            <a:r>
              <a:rPr lang="zh-CN" altLang="en-US"/>
              <a:t>short短整数类型。</a:t>
            </a:r>
            <a:endParaRPr lang="zh-CN" altLang="en-US"/>
          </a:p>
          <a:p>
            <a:endParaRPr lang="zh-CN" altLang="en-US"/>
          </a:p>
          <a:p>
            <a:r>
              <a:rPr lang="zh-CN" altLang="en-US"/>
              <a:t>3、</a:t>
            </a:r>
            <a:r>
              <a:rPr lang="en-US" altLang="zh-CN"/>
              <a:t>uint32_t(</a:t>
            </a:r>
            <a:r>
              <a:rPr lang="zh-CN" altLang="en-US">
                <a:sym typeface="+mn-ea"/>
              </a:rPr>
              <a:t>u32</a:t>
            </a:r>
            <a:r>
              <a:rPr lang="en-US" altLang="zh-CN"/>
              <a:t>)</a:t>
            </a:r>
            <a:r>
              <a:rPr lang="zh-CN" altLang="en-US"/>
              <a:t>：u32表示无符号</a:t>
            </a:r>
            <a:r>
              <a:rPr lang="en-US" altLang="zh-CN"/>
              <a:t> </a:t>
            </a:r>
            <a:r>
              <a:rPr lang="zh-CN" altLang="en-US"/>
              <a:t>int基本整数类型。</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135560" y="414580"/>
            <a:ext cx="3076483" cy="1015663"/>
          </a:xfrm>
          <a:prstGeom prst="rect">
            <a:avLst/>
          </a:prstGeom>
          <a:noFill/>
        </p:spPr>
        <p:txBody>
          <a:bodyPr wrap="none" rtlCol="0">
            <a:spAutoFit/>
          </a:bodyPr>
          <a:lstStyle/>
          <a:p>
            <a:r>
              <a:rPr lang="en-US" altLang="zh-CN" sz="6000" dirty="0"/>
              <a:t>2.</a:t>
            </a:r>
            <a:r>
              <a:rPr lang="zh-CN" altLang="en-US" sz="6000" dirty="0"/>
              <a:t>实型：</a:t>
            </a:r>
            <a:endParaRPr lang="zh-CN" altLang="en-US" sz="6000" dirty="0"/>
          </a:p>
        </p:txBody>
      </p:sp>
      <p:sp>
        <p:nvSpPr>
          <p:cNvPr id="6" name="文本框 5"/>
          <p:cNvSpPr txBox="1"/>
          <p:nvPr/>
        </p:nvSpPr>
        <p:spPr>
          <a:xfrm>
            <a:off x="-8047" y="1854265"/>
            <a:ext cx="12200047" cy="523220"/>
          </a:xfrm>
          <a:prstGeom prst="rect">
            <a:avLst/>
          </a:prstGeom>
          <a:noFill/>
        </p:spPr>
        <p:txBody>
          <a:bodyPr wrap="square" rtlCol="0">
            <a:spAutoFit/>
          </a:bodyPr>
          <a:lstStyle/>
          <a:p>
            <a:r>
              <a:rPr lang="zh-CN" altLang="en-US" sz="2800" dirty="0"/>
              <a:t>作用：表示小数</a:t>
            </a:r>
            <a:endParaRPr lang="zh-CN" altLang="en-US" sz="2800" dirty="0"/>
          </a:p>
        </p:txBody>
      </p:sp>
      <p:sp>
        <p:nvSpPr>
          <p:cNvPr id="7" name="文本框 6"/>
          <p:cNvSpPr txBox="1"/>
          <p:nvPr/>
        </p:nvSpPr>
        <p:spPr>
          <a:xfrm>
            <a:off x="119336" y="2366421"/>
            <a:ext cx="3775393" cy="1384995"/>
          </a:xfrm>
          <a:prstGeom prst="rect">
            <a:avLst/>
          </a:prstGeom>
          <a:noFill/>
        </p:spPr>
        <p:txBody>
          <a:bodyPr wrap="none" rtlCol="0">
            <a:spAutoFit/>
          </a:bodyPr>
          <a:lstStyle/>
          <a:p>
            <a:r>
              <a:rPr lang="zh-CN" altLang="en-US" sz="2800" dirty="0"/>
              <a:t>浮点型变量分为两种：</a:t>
            </a:r>
            <a:endParaRPr lang="en-US" altLang="zh-CN" sz="2800" dirty="0"/>
          </a:p>
          <a:p>
            <a:r>
              <a:rPr lang="en-US" altLang="zh-CN" sz="2800" dirty="0"/>
              <a:t>1.</a:t>
            </a:r>
            <a:r>
              <a:rPr lang="zh-CN" altLang="en-US" sz="2800" dirty="0"/>
              <a:t>单精度</a:t>
            </a:r>
            <a:r>
              <a:rPr lang="en-US" altLang="zh-CN" sz="2800" dirty="0"/>
              <a:t>float</a:t>
            </a:r>
            <a:endParaRPr lang="en-US" altLang="zh-CN" sz="2800" dirty="0"/>
          </a:p>
          <a:p>
            <a:r>
              <a:rPr lang="en-US" altLang="zh-CN" sz="2800" dirty="0"/>
              <a:t>2.</a:t>
            </a:r>
            <a:r>
              <a:rPr lang="zh-CN" altLang="en-US" sz="2800" dirty="0"/>
              <a:t>双精度</a:t>
            </a:r>
            <a:r>
              <a:rPr lang="en-US" altLang="zh-CN" sz="2800" dirty="0"/>
              <a:t>double</a:t>
            </a:r>
            <a:endParaRPr lang="zh-CN" altLang="en-US" sz="2800" dirty="0"/>
          </a:p>
        </p:txBody>
      </p:sp>
      <p:graphicFrame>
        <p:nvGraphicFramePr>
          <p:cNvPr id="8" name="表格 7"/>
          <p:cNvGraphicFramePr>
            <a:graphicFrameLocks noGrp="1"/>
          </p:cNvGraphicFramePr>
          <p:nvPr/>
        </p:nvGraphicFramePr>
        <p:xfrm>
          <a:off x="119336" y="3744132"/>
          <a:ext cx="11521280" cy="2056457"/>
        </p:xfrm>
        <a:graphic>
          <a:graphicData uri="http://schemas.openxmlformats.org/drawingml/2006/table">
            <a:tbl>
              <a:tblPr firstRow="1">
                <a:tableStyleId>{5C22544A-7EE6-4342-B048-85BDC9FD1C3A}</a:tableStyleId>
              </a:tblPr>
              <a:tblGrid>
                <a:gridCol w="2096565"/>
                <a:gridCol w="1288250"/>
                <a:gridCol w="1717667"/>
                <a:gridCol w="6418798"/>
              </a:tblGrid>
              <a:tr h="651652">
                <a:tc>
                  <a:txBody>
                    <a:bodyPr/>
                    <a:lstStyle/>
                    <a:p>
                      <a:pPr algn="ctr">
                        <a:lnSpc>
                          <a:spcPct val="150000"/>
                        </a:lnSpc>
                      </a:pPr>
                      <a:r>
                        <a:rPr lang="zh-CN" altLang="en-US" sz="2000"/>
                        <a:t>类型</a:t>
                      </a:r>
                      <a:endParaRPr lang="zh-CN" altLang="en-US" sz="2000"/>
                    </a:p>
                  </a:txBody>
                  <a:tcPr anchor="ctr"/>
                </a:tc>
                <a:tc>
                  <a:txBody>
                    <a:bodyPr/>
                    <a:lstStyle/>
                    <a:p>
                      <a:pPr algn="ctr">
                        <a:lnSpc>
                          <a:spcPct val="150000"/>
                        </a:lnSpc>
                      </a:pPr>
                      <a:r>
                        <a:rPr lang="zh-CN" altLang="en-US" sz="2000" dirty="0"/>
                        <a:t>字节数</a:t>
                      </a:r>
                      <a:endParaRPr lang="zh-CN" altLang="en-US" sz="2000" dirty="0"/>
                    </a:p>
                  </a:txBody>
                  <a:tcPr anchor="ctr"/>
                </a:tc>
                <a:tc>
                  <a:txBody>
                    <a:bodyPr/>
                    <a:lstStyle/>
                    <a:p>
                      <a:pPr algn="ctr">
                        <a:lnSpc>
                          <a:spcPct val="150000"/>
                        </a:lnSpc>
                      </a:pPr>
                      <a:r>
                        <a:rPr lang="zh-CN" altLang="en-US" sz="2000"/>
                        <a:t>有效数字</a:t>
                      </a:r>
                      <a:endParaRPr lang="zh-CN" altLang="en-US" sz="2000"/>
                    </a:p>
                  </a:txBody>
                  <a:tcPr anchor="ctr"/>
                </a:tc>
                <a:tc>
                  <a:txBody>
                    <a:bodyPr/>
                    <a:lstStyle/>
                    <a:p>
                      <a:pPr algn="ctr">
                        <a:lnSpc>
                          <a:spcPct val="150000"/>
                        </a:lnSpc>
                      </a:pPr>
                      <a:r>
                        <a:rPr lang="zh-CN" altLang="en-US" sz="2000"/>
                        <a:t>数值范围（绝对值）</a:t>
                      </a:r>
                      <a:endParaRPr lang="zh-CN" altLang="en-US" sz="2000"/>
                    </a:p>
                  </a:txBody>
                  <a:tcPr anchor="ctr"/>
                </a:tc>
              </a:tr>
              <a:tr h="658153">
                <a:tc>
                  <a:txBody>
                    <a:bodyPr/>
                    <a:lstStyle/>
                    <a:p>
                      <a:pPr algn="ctr">
                        <a:lnSpc>
                          <a:spcPct val="150000"/>
                        </a:lnSpc>
                      </a:pPr>
                      <a:r>
                        <a:rPr lang="en-US" altLang="zh-CN" sz="2000"/>
                        <a:t>float</a:t>
                      </a:r>
                      <a:endParaRPr lang="zh-CN" altLang="en-US" sz="2000"/>
                    </a:p>
                  </a:txBody>
                  <a:tcPr anchor="ctr"/>
                </a:tc>
                <a:tc>
                  <a:txBody>
                    <a:bodyPr/>
                    <a:lstStyle/>
                    <a:p>
                      <a:pPr algn="ctr">
                        <a:lnSpc>
                          <a:spcPct val="150000"/>
                        </a:lnSpc>
                      </a:pPr>
                      <a:r>
                        <a:rPr lang="en-US" altLang="zh-CN" sz="2000"/>
                        <a:t>4</a:t>
                      </a:r>
                      <a:endParaRPr lang="zh-CN" altLang="en-US" sz="2000"/>
                    </a:p>
                  </a:txBody>
                  <a:tcPr anchor="ctr"/>
                </a:tc>
                <a:tc>
                  <a:txBody>
                    <a:bodyPr/>
                    <a:lstStyle/>
                    <a:p>
                      <a:pPr algn="ctr">
                        <a:lnSpc>
                          <a:spcPct val="150000"/>
                        </a:lnSpc>
                      </a:pPr>
                      <a:r>
                        <a:rPr lang="en-US" altLang="zh-CN" sz="2000"/>
                        <a:t>6</a:t>
                      </a:r>
                      <a:endParaRPr lang="zh-CN" altLang="en-US" sz="2000"/>
                    </a:p>
                  </a:txBody>
                  <a:tcPr anchor="ctr"/>
                </a:tc>
                <a:tc>
                  <a:txBody>
                    <a:bodyPr/>
                    <a:lstStyle/>
                    <a:p>
                      <a:pPr algn="dist">
                        <a:lnSpc>
                          <a:spcPct val="150000"/>
                        </a:lnSpc>
                      </a:pPr>
                      <a:r>
                        <a:rPr lang="en-US" altLang="zh-CN" sz="2000"/>
                        <a:t>0</a:t>
                      </a:r>
                      <a:r>
                        <a:rPr lang="zh-CN" altLang="en-US" sz="2000"/>
                        <a:t>以及</a:t>
                      </a:r>
                      <a:r>
                        <a:rPr lang="en-US" altLang="zh-CN" sz="2000"/>
                        <a:t>1.2</a:t>
                      </a:r>
                      <a:r>
                        <a:rPr lang="zh-CN" altLang="en-US" sz="2000"/>
                        <a:t>*</a:t>
                      </a:r>
                      <a:r>
                        <a:rPr lang="en-US" altLang="zh-CN" sz="2000"/>
                        <a:t>10</a:t>
                      </a:r>
                      <a:r>
                        <a:rPr lang="en-US" altLang="zh-CN" sz="2000" baseline="30000"/>
                        <a:t>-38</a:t>
                      </a:r>
                      <a:r>
                        <a:rPr lang="en-US" altLang="zh-CN" sz="2000"/>
                        <a:t>~3.4</a:t>
                      </a:r>
                      <a:r>
                        <a:rPr lang="zh-CN" altLang="en-US" sz="2000"/>
                        <a:t>*</a:t>
                      </a:r>
                      <a:r>
                        <a:rPr lang="en-US" altLang="zh-CN" sz="2000"/>
                        <a:t>10</a:t>
                      </a:r>
                      <a:r>
                        <a:rPr lang="en-US" altLang="zh-CN" sz="2000" baseline="30000"/>
                        <a:t>38</a:t>
                      </a:r>
                      <a:endParaRPr lang="zh-CN" altLang="en-US" sz="2000" baseline="30000"/>
                    </a:p>
                  </a:txBody>
                  <a:tcPr marL="900000" marR="900000" anchor="ctr"/>
                </a:tc>
              </a:tr>
              <a:tr h="746652">
                <a:tc>
                  <a:txBody>
                    <a:bodyPr/>
                    <a:lstStyle/>
                    <a:p>
                      <a:pPr algn="ctr">
                        <a:lnSpc>
                          <a:spcPct val="150000"/>
                        </a:lnSpc>
                      </a:pPr>
                      <a:r>
                        <a:rPr lang="en-US" altLang="zh-CN" sz="2000"/>
                        <a:t>double</a:t>
                      </a:r>
                      <a:endParaRPr lang="zh-CN" altLang="en-US" sz="2000"/>
                    </a:p>
                  </a:txBody>
                  <a:tcPr anchor="ctr"/>
                </a:tc>
                <a:tc>
                  <a:txBody>
                    <a:bodyPr/>
                    <a:lstStyle/>
                    <a:p>
                      <a:pPr algn="ctr">
                        <a:lnSpc>
                          <a:spcPct val="150000"/>
                        </a:lnSpc>
                      </a:pPr>
                      <a:r>
                        <a:rPr lang="en-US" altLang="zh-CN" sz="2000"/>
                        <a:t>8</a:t>
                      </a:r>
                      <a:endParaRPr lang="zh-CN" altLang="en-US" sz="2000"/>
                    </a:p>
                  </a:txBody>
                  <a:tcPr anchor="ctr"/>
                </a:tc>
                <a:tc>
                  <a:txBody>
                    <a:bodyPr/>
                    <a:lstStyle/>
                    <a:p>
                      <a:pPr algn="ctr">
                        <a:lnSpc>
                          <a:spcPct val="150000"/>
                        </a:lnSpc>
                      </a:pPr>
                      <a:r>
                        <a:rPr lang="en-US" altLang="zh-CN" sz="2000"/>
                        <a:t>15</a:t>
                      </a:r>
                      <a:endParaRPr lang="zh-CN" altLang="en-US" sz="2000"/>
                    </a:p>
                  </a:txBody>
                  <a:tcPr anchor="ctr"/>
                </a:tc>
                <a:tc>
                  <a:txBody>
                    <a:bodyPr/>
                    <a:lstStyle/>
                    <a:p>
                      <a:pPr marL="0" marR="0" indent="0" algn="dist" defTabSz="914400" rtl="0" eaLnBrk="1" fontAlgn="auto" latinLnBrk="0" hangingPunct="1">
                        <a:lnSpc>
                          <a:spcPct val="150000"/>
                        </a:lnSpc>
                        <a:spcBef>
                          <a:spcPts val="0"/>
                        </a:spcBef>
                        <a:spcAft>
                          <a:spcPts val="0"/>
                        </a:spcAft>
                        <a:buClrTx/>
                        <a:buSzTx/>
                        <a:buFontTx/>
                        <a:buNone/>
                        <a:defRPr/>
                      </a:pPr>
                      <a:r>
                        <a:rPr lang="en-US" altLang="zh-CN" sz="2000" dirty="0"/>
                        <a:t>0</a:t>
                      </a:r>
                      <a:r>
                        <a:rPr lang="zh-CN" altLang="en-US" sz="2000" dirty="0"/>
                        <a:t>以及</a:t>
                      </a:r>
                      <a:r>
                        <a:rPr lang="en-US" altLang="zh-CN" sz="2000" dirty="0"/>
                        <a:t>2.3</a:t>
                      </a:r>
                      <a:r>
                        <a:rPr lang="zh-CN" altLang="en-US" sz="2000" dirty="0"/>
                        <a:t>*</a:t>
                      </a:r>
                      <a:r>
                        <a:rPr lang="en-US" altLang="zh-CN" sz="2000" dirty="0"/>
                        <a:t>10</a:t>
                      </a:r>
                      <a:r>
                        <a:rPr lang="en-US" altLang="zh-CN" sz="2000" baseline="30000" dirty="0"/>
                        <a:t>-308</a:t>
                      </a:r>
                      <a:r>
                        <a:rPr lang="en-US" altLang="zh-CN" sz="2000" dirty="0"/>
                        <a:t>~1.7</a:t>
                      </a:r>
                      <a:r>
                        <a:rPr lang="zh-CN" altLang="en-US" sz="2000" dirty="0"/>
                        <a:t>*</a:t>
                      </a:r>
                      <a:r>
                        <a:rPr lang="en-US" altLang="zh-CN" sz="2000" dirty="0"/>
                        <a:t>10</a:t>
                      </a:r>
                      <a:r>
                        <a:rPr lang="en-US" altLang="zh-CN" sz="2000" baseline="30000" dirty="0"/>
                        <a:t>308</a:t>
                      </a:r>
                      <a:endParaRPr lang="zh-CN" altLang="en-US" sz="2000" baseline="30000" dirty="0"/>
                    </a:p>
                  </a:txBody>
                  <a:tcPr marL="900000" marR="900000" anchor="ctr"/>
                </a:tc>
              </a:tr>
            </a:tbl>
          </a:graphicData>
        </a:graphic>
      </p:graphicFrame>
      <p:sp>
        <p:nvSpPr>
          <p:cNvPr id="9" name="文本框 8"/>
          <p:cNvSpPr txBox="1"/>
          <p:nvPr/>
        </p:nvSpPr>
        <p:spPr>
          <a:xfrm>
            <a:off x="153850" y="6063467"/>
            <a:ext cx="8759770" cy="461665"/>
          </a:xfrm>
          <a:prstGeom prst="rect">
            <a:avLst/>
          </a:prstGeom>
          <a:noFill/>
        </p:spPr>
        <p:txBody>
          <a:bodyPr wrap="none" rtlCol="0">
            <a:spAutoFit/>
          </a:bodyPr>
          <a:lstStyle/>
          <a:p>
            <a:r>
              <a:rPr lang="zh-CN" altLang="en-US" sz="2400" dirty="0">
                <a:solidFill>
                  <a:srgbClr val="FF0000"/>
                </a:solidFill>
              </a:rPr>
              <a:t>注：</a:t>
            </a:r>
            <a:r>
              <a:rPr lang="en-US" altLang="zh-CN" sz="2400" dirty="0">
                <a:solidFill>
                  <a:srgbClr val="FF0000"/>
                </a:solidFill>
              </a:rPr>
              <a:t>float</a:t>
            </a:r>
            <a:r>
              <a:rPr lang="zh-CN" altLang="en-US" sz="2400" dirty="0">
                <a:solidFill>
                  <a:srgbClr val="FF0000"/>
                </a:solidFill>
              </a:rPr>
              <a:t>在定义变量后，需要在数据结尾</a:t>
            </a:r>
            <a:r>
              <a:rPr lang="en-US" altLang="zh-CN" sz="2400" dirty="0">
                <a:solidFill>
                  <a:srgbClr val="FF0000"/>
                </a:solidFill>
              </a:rPr>
              <a:t>+f</a:t>
            </a:r>
            <a:r>
              <a:rPr lang="zh-CN" altLang="en-US" sz="2400" dirty="0">
                <a:solidFill>
                  <a:srgbClr val="FF0000"/>
                </a:solidFill>
              </a:rPr>
              <a:t>，例如</a:t>
            </a:r>
            <a:r>
              <a:rPr lang="en-US" altLang="zh-CN" sz="2400" dirty="0">
                <a:solidFill>
                  <a:srgbClr val="FF0000"/>
                </a:solidFill>
              </a:rPr>
              <a:t>float f1 = 6.89f;</a:t>
            </a:r>
            <a:endParaRPr lang="zh-CN" altLang="en-US" sz="2400"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51584" y="414580"/>
            <a:ext cx="3845925" cy="1015663"/>
          </a:xfrm>
          <a:prstGeom prst="rect">
            <a:avLst/>
          </a:prstGeom>
          <a:noFill/>
        </p:spPr>
        <p:txBody>
          <a:bodyPr wrap="none" rtlCol="0">
            <a:spAutoFit/>
          </a:bodyPr>
          <a:lstStyle/>
          <a:p>
            <a:r>
              <a:rPr lang="en-US" altLang="zh-CN" sz="6000" dirty="0"/>
              <a:t>3.</a:t>
            </a:r>
            <a:r>
              <a:rPr lang="zh-CN" altLang="en-US" sz="6000" dirty="0"/>
              <a:t>字符型：</a:t>
            </a:r>
            <a:endParaRPr lang="zh-CN" altLang="en-US" sz="6000" dirty="0"/>
          </a:p>
        </p:txBody>
      </p:sp>
      <p:sp>
        <p:nvSpPr>
          <p:cNvPr id="4" name="文本框 3"/>
          <p:cNvSpPr txBox="1"/>
          <p:nvPr/>
        </p:nvSpPr>
        <p:spPr>
          <a:xfrm>
            <a:off x="0" y="1844824"/>
            <a:ext cx="6288901" cy="523220"/>
          </a:xfrm>
          <a:prstGeom prst="rect">
            <a:avLst/>
          </a:prstGeom>
          <a:noFill/>
        </p:spPr>
        <p:txBody>
          <a:bodyPr wrap="none" rtlCol="0">
            <a:spAutoFit/>
          </a:bodyPr>
          <a:lstStyle/>
          <a:p>
            <a:r>
              <a:rPr lang="zh-CN" altLang="en-US" sz="2800" dirty="0"/>
              <a:t>作用：字符型变量用于显示单个字符。</a:t>
            </a:r>
            <a:endParaRPr lang="zh-CN" altLang="en-US" sz="2800" dirty="0"/>
          </a:p>
        </p:txBody>
      </p:sp>
      <p:sp>
        <p:nvSpPr>
          <p:cNvPr id="5" name="文本框 4"/>
          <p:cNvSpPr txBox="1"/>
          <p:nvPr/>
        </p:nvSpPr>
        <p:spPr>
          <a:xfrm>
            <a:off x="48748" y="2860486"/>
            <a:ext cx="12314590" cy="1569660"/>
          </a:xfrm>
          <a:prstGeom prst="rect">
            <a:avLst/>
          </a:prstGeom>
          <a:noFill/>
        </p:spPr>
        <p:txBody>
          <a:bodyPr wrap="none" rtlCol="0">
            <a:spAutoFit/>
          </a:bodyPr>
          <a:lstStyle/>
          <a:p>
            <a:r>
              <a:rPr lang="zh-CN" altLang="en-US" sz="2400" dirty="0">
                <a:solidFill>
                  <a:srgbClr val="FF0000"/>
                </a:solidFill>
              </a:rPr>
              <a:t>注：在显示字符变量实，用单引号将字符括起来，不用双引号。</a:t>
            </a:r>
            <a:endParaRPr lang="en-US" altLang="zh-CN" sz="2400" dirty="0">
              <a:solidFill>
                <a:srgbClr val="FF0000"/>
              </a:solidFill>
            </a:endParaRPr>
          </a:p>
          <a:p>
            <a:r>
              <a:rPr lang="zh-CN" altLang="en-US" sz="2400" dirty="0">
                <a:solidFill>
                  <a:srgbClr val="FF0000"/>
                </a:solidFill>
              </a:rPr>
              <a:t>单引号能只能是单个字符，不能是字符串。</a:t>
            </a:r>
            <a:endParaRPr lang="en-US" altLang="zh-CN" sz="2400" dirty="0">
              <a:solidFill>
                <a:srgbClr val="FF0000"/>
              </a:solidFill>
            </a:endParaRPr>
          </a:p>
          <a:p>
            <a:r>
              <a:rPr lang="zh-CN" altLang="en-US" sz="2400" dirty="0">
                <a:solidFill>
                  <a:srgbClr val="FF0000"/>
                </a:solidFill>
              </a:rPr>
              <a:t>字符型变量只占用</a:t>
            </a:r>
            <a:r>
              <a:rPr lang="en-US" altLang="zh-CN" sz="2400" dirty="0">
                <a:solidFill>
                  <a:srgbClr val="FF0000"/>
                </a:solidFill>
              </a:rPr>
              <a:t>1</a:t>
            </a:r>
            <a:r>
              <a:rPr lang="zh-CN" altLang="en-US" sz="2400" dirty="0">
                <a:solidFill>
                  <a:srgbClr val="FF0000"/>
                </a:solidFill>
              </a:rPr>
              <a:t>个字节。</a:t>
            </a:r>
            <a:endParaRPr lang="en-US" altLang="zh-CN" sz="2400" dirty="0">
              <a:solidFill>
                <a:srgbClr val="FF0000"/>
              </a:solidFill>
            </a:endParaRPr>
          </a:p>
          <a:p>
            <a:r>
              <a:rPr lang="zh-CN" altLang="en-US" sz="2400" dirty="0">
                <a:solidFill>
                  <a:srgbClr val="FF0000"/>
                </a:solidFill>
              </a:rPr>
              <a:t>字符型变量并不是吧字符本身放到内存中存储，而是将对应的</a:t>
            </a:r>
            <a:r>
              <a:rPr lang="en-US" altLang="zh-CN" sz="2400" dirty="0">
                <a:solidFill>
                  <a:srgbClr val="FF0000"/>
                </a:solidFill>
              </a:rPr>
              <a:t>ASCLL</a:t>
            </a:r>
            <a:r>
              <a:rPr lang="zh-CN" altLang="en-US" sz="2400" dirty="0">
                <a:solidFill>
                  <a:srgbClr val="FF0000"/>
                </a:solidFill>
              </a:rPr>
              <a:t>码存放到存储单元中。</a:t>
            </a:r>
            <a:endParaRPr lang="zh-CN" altLang="en-US" sz="2400" dirty="0">
              <a:solidFill>
                <a:srgbClr val="FF0000"/>
              </a:solidFill>
            </a:endParaRPr>
          </a:p>
        </p:txBody>
      </p:sp>
      <p:sp>
        <p:nvSpPr>
          <p:cNvPr id="7" name="文本框 6"/>
          <p:cNvSpPr txBox="1"/>
          <p:nvPr/>
        </p:nvSpPr>
        <p:spPr>
          <a:xfrm>
            <a:off x="48748" y="2337266"/>
            <a:ext cx="3104568" cy="523220"/>
          </a:xfrm>
          <a:prstGeom prst="rect">
            <a:avLst/>
          </a:prstGeom>
          <a:noFill/>
        </p:spPr>
        <p:txBody>
          <a:bodyPr wrap="none" rtlCol="0">
            <a:spAutoFit/>
          </a:bodyPr>
          <a:lstStyle/>
          <a:p>
            <a:r>
              <a:rPr lang="zh-CN" altLang="en-US" sz="2800" dirty="0"/>
              <a:t>语法：</a:t>
            </a:r>
            <a:r>
              <a:rPr lang="en-US" altLang="zh-CN" sz="2800" dirty="0"/>
              <a:t>char </a:t>
            </a:r>
            <a:r>
              <a:rPr lang="en-US" altLang="zh-CN" sz="2800" dirty="0" err="1"/>
              <a:t>ch</a:t>
            </a:r>
            <a:r>
              <a:rPr lang="en-US" altLang="zh-CN" sz="2800" dirty="0"/>
              <a:t> = ‘a’;</a:t>
            </a:r>
            <a:endParaRPr lang="zh-CN" altLang="en-US" sz="2800" dirty="0"/>
          </a:p>
        </p:txBody>
      </p:sp>
      <p:sp>
        <p:nvSpPr>
          <p:cNvPr id="9" name="文本框 8"/>
          <p:cNvSpPr txBox="1"/>
          <p:nvPr/>
        </p:nvSpPr>
        <p:spPr>
          <a:xfrm>
            <a:off x="59829" y="4410165"/>
            <a:ext cx="3155031" cy="769441"/>
          </a:xfrm>
          <a:prstGeom prst="rect">
            <a:avLst/>
          </a:prstGeom>
          <a:noFill/>
        </p:spPr>
        <p:txBody>
          <a:bodyPr wrap="none" rtlCol="0">
            <a:spAutoFit/>
          </a:bodyPr>
          <a:lstStyle/>
          <a:p>
            <a:r>
              <a:rPr lang="en-US" altLang="zh-CN" sz="4400" dirty="0"/>
              <a:t>3.1</a:t>
            </a:r>
            <a:r>
              <a:rPr lang="zh-CN" altLang="en-US" sz="4400" dirty="0"/>
              <a:t>字符串：</a:t>
            </a:r>
            <a:endParaRPr lang="en-US" altLang="zh-CN" sz="4400" dirty="0"/>
          </a:p>
        </p:txBody>
      </p:sp>
      <p:sp>
        <p:nvSpPr>
          <p:cNvPr id="10" name="文本框 9"/>
          <p:cNvSpPr txBox="1"/>
          <p:nvPr/>
        </p:nvSpPr>
        <p:spPr>
          <a:xfrm>
            <a:off x="48748" y="5159624"/>
            <a:ext cx="6260432" cy="830997"/>
          </a:xfrm>
          <a:prstGeom prst="rect">
            <a:avLst/>
          </a:prstGeom>
          <a:noFill/>
        </p:spPr>
        <p:txBody>
          <a:bodyPr wrap="none" rtlCol="0">
            <a:spAutoFit/>
          </a:bodyPr>
          <a:lstStyle/>
          <a:p>
            <a:r>
              <a:rPr lang="en-US" altLang="zh-CN" sz="2400" dirty="0"/>
              <a:t>1.C</a:t>
            </a:r>
            <a:r>
              <a:rPr lang="zh-CN" altLang="en-US" sz="2400" dirty="0"/>
              <a:t>风格字符串：</a:t>
            </a:r>
            <a:r>
              <a:rPr lang="en-US" altLang="zh-CN" sz="2400" dirty="0"/>
              <a:t>char </a:t>
            </a:r>
            <a:r>
              <a:rPr lang="zh-CN" altLang="en-US" sz="2400" dirty="0"/>
              <a:t>变量名</a:t>
            </a:r>
            <a:r>
              <a:rPr lang="en-US" altLang="zh-CN" sz="2400" dirty="0"/>
              <a:t>[] = “</a:t>
            </a:r>
            <a:r>
              <a:rPr lang="zh-CN" altLang="en-US" sz="2400" dirty="0"/>
              <a:t>字符串值</a:t>
            </a:r>
            <a:r>
              <a:rPr lang="en-US" altLang="zh-CN" sz="2400" dirty="0"/>
              <a:t>”;</a:t>
            </a:r>
            <a:endParaRPr lang="en-US" altLang="zh-CN" sz="2400" dirty="0"/>
          </a:p>
          <a:p>
            <a:r>
              <a:rPr lang="en-US" altLang="zh-CN" sz="2400" dirty="0"/>
              <a:t>2.c++</a:t>
            </a:r>
            <a:r>
              <a:rPr lang="zh-CN" altLang="en-US" sz="2400" dirty="0"/>
              <a:t>风格字符串：</a:t>
            </a:r>
            <a:r>
              <a:rPr lang="en-US" altLang="zh-CN" sz="2400" dirty="0"/>
              <a:t>string </a:t>
            </a:r>
            <a:r>
              <a:rPr lang="zh-CN" altLang="en-US" sz="2400" dirty="0"/>
              <a:t>变量名 </a:t>
            </a:r>
            <a:r>
              <a:rPr lang="en-US" altLang="zh-CN" sz="2400" dirty="0"/>
              <a:t>= “</a:t>
            </a:r>
            <a:r>
              <a:rPr lang="zh-CN" altLang="en-US" sz="2400" dirty="0"/>
              <a:t>字符串值</a:t>
            </a:r>
            <a:r>
              <a:rPr lang="en-US" altLang="zh-CN" sz="2400" dirty="0"/>
              <a:t>”;</a:t>
            </a:r>
            <a:endParaRPr lang="zh-CN" altLang="en-US" sz="2400" dirty="0"/>
          </a:p>
        </p:txBody>
      </p:sp>
      <p:sp>
        <p:nvSpPr>
          <p:cNvPr id="11" name="文本框 10"/>
          <p:cNvSpPr txBox="1"/>
          <p:nvPr/>
        </p:nvSpPr>
        <p:spPr>
          <a:xfrm>
            <a:off x="89363" y="6181810"/>
            <a:ext cx="8506047" cy="523220"/>
          </a:xfrm>
          <a:prstGeom prst="rect">
            <a:avLst/>
          </a:prstGeom>
          <a:noFill/>
        </p:spPr>
        <p:txBody>
          <a:bodyPr wrap="none" rtlCol="0">
            <a:spAutoFit/>
          </a:bodyPr>
          <a:lstStyle/>
          <a:p>
            <a:r>
              <a:rPr lang="zh-CN" altLang="en-US" sz="2800" dirty="0">
                <a:solidFill>
                  <a:srgbClr val="FF0000"/>
                </a:solidFill>
              </a:rPr>
              <a:t>注：</a:t>
            </a:r>
            <a:r>
              <a:rPr lang="en-US" altLang="zh-CN" sz="2800" dirty="0" err="1">
                <a:solidFill>
                  <a:srgbClr val="FF0000"/>
                </a:solidFill>
              </a:rPr>
              <a:t>c++</a:t>
            </a:r>
            <a:r>
              <a:rPr lang="zh-CN" altLang="en-US" sz="2800" dirty="0">
                <a:solidFill>
                  <a:srgbClr val="FF0000"/>
                </a:solidFill>
              </a:rPr>
              <a:t>风格字符串，需要加入头文件</a:t>
            </a:r>
            <a:r>
              <a:rPr lang="en-US" altLang="zh-CN" sz="2800" dirty="0">
                <a:solidFill>
                  <a:srgbClr val="FF0000"/>
                </a:solidFill>
              </a:rPr>
              <a:t>#include&lt;string&gt;</a:t>
            </a:r>
            <a:endParaRPr lang="zh-CN" altLang="en-US" sz="2800"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552722" y="519261"/>
            <a:ext cx="10515600" cy="132556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dirty="0"/>
              <a:t>ASCII</a:t>
            </a:r>
            <a:r>
              <a:rPr lang="zh-CN" altLang="en-US" dirty="0"/>
              <a:t>码表</a:t>
            </a:r>
            <a:endParaRPr lang="zh-CN" altLang="en-US" dirty="0"/>
          </a:p>
        </p:txBody>
      </p:sp>
      <p:pic>
        <p:nvPicPr>
          <p:cNvPr id="5" name="图片 4"/>
          <p:cNvPicPr>
            <a:picLocks noChangeAspect="1"/>
          </p:cNvPicPr>
          <p:nvPr/>
        </p:nvPicPr>
        <p:blipFill>
          <a:blip r:embed="rId1" cstate="print">
            <a:duotone>
              <a:schemeClr val="accent1">
                <a:shade val="45000"/>
                <a:satMod val="135000"/>
              </a:schemeClr>
              <a:prstClr val="white"/>
            </a:duotone>
            <a:extLst>
              <a:ext uri="{BEBA8EAE-BF5A-486C-A8C5-ECC9F3942E4B}">
                <a14:imgProps xmlns:a14="http://schemas.microsoft.com/office/drawing/2010/main">
                  <a14:imgLayer r:embed="rId2">
                    <a14:imgEffect>
                      <a14:brightnessContrast contrast="-2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5431907" y="401624"/>
            <a:ext cx="5765280" cy="6185083"/>
          </a:xfrm>
          <a:prstGeom prst="rect">
            <a:avLst/>
          </a:prstGeom>
        </p:spPr>
      </p:pic>
      <p:sp>
        <p:nvSpPr>
          <p:cNvPr id="6" name="MH_Other_1"/>
          <p:cNvSpPr/>
          <p:nvPr>
            <p:custDataLst>
              <p:tags r:id="rId3"/>
            </p:custDataLst>
          </p:nvPr>
        </p:nvSpPr>
        <p:spPr>
          <a:xfrm>
            <a:off x="702487" y="1921935"/>
            <a:ext cx="774700" cy="522287"/>
          </a:xfrm>
          <a:custGeom>
            <a:avLst/>
            <a:gdLst>
              <a:gd name="connsiteX0" fmla="*/ 0 w 2429934"/>
              <a:gd name="connsiteY0" fmla="*/ 360367 h 372534"/>
              <a:gd name="connsiteX1" fmla="*/ 2429934 w 2429934"/>
              <a:gd name="connsiteY1" fmla="*/ 360367 h 372534"/>
              <a:gd name="connsiteX2" fmla="*/ 2429934 w 2429934"/>
              <a:gd name="connsiteY2" fmla="*/ 372534 h 372534"/>
              <a:gd name="connsiteX3" fmla="*/ 0 w 2429934"/>
              <a:gd name="connsiteY3" fmla="*/ 372534 h 372534"/>
              <a:gd name="connsiteX4" fmla="*/ 0 w 2429934"/>
              <a:gd name="connsiteY4" fmla="*/ 30167 h 372534"/>
              <a:gd name="connsiteX5" fmla="*/ 2429934 w 2429934"/>
              <a:gd name="connsiteY5" fmla="*/ 30167 h 372534"/>
              <a:gd name="connsiteX6" fmla="*/ 2429934 w 2429934"/>
              <a:gd name="connsiteY6" fmla="*/ 342367 h 372534"/>
              <a:gd name="connsiteX7" fmla="*/ 0 w 2429934"/>
              <a:gd name="connsiteY7" fmla="*/ 342367 h 372534"/>
              <a:gd name="connsiteX8" fmla="*/ 0 w 2429934"/>
              <a:gd name="connsiteY8" fmla="*/ 0 h 372534"/>
              <a:gd name="connsiteX9" fmla="*/ 2429934 w 2429934"/>
              <a:gd name="connsiteY9" fmla="*/ 0 h 372534"/>
              <a:gd name="connsiteX10" fmla="*/ 2429934 w 2429934"/>
              <a:gd name="connsiteY10" fmla="*/ 12167 h 372534"/>
              <a:gd name="connsiteX11" fmla="*/ 0 w 2429934"/>
              <a:gd name="connsiteY11" fmla="*/ 12167 h 372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9934" h="372534">
                <a:moveTo>
                  <a:pt x="0" y="360367"/>
                </a:moveTo>
                <a:lnTo>
                  <a:pt x="2429934" y="360367"/>
                </a:lnTo>
                <a:lnTo>
                  <a:pt x="2429934" y="372534"/>
                </a:lnTo>
                <a:lnTo>
                  <a:pt x="0" y="372534"/>
                </a:lnTo>
                <a:close/>
                <a:moveTo>
                  <a:pt x="0" y="30167"/>
                </a:moveTo>
                <a:lnTo>
                  <a:pt x="2429934" y="30167"/>
                </a:lnTo>
                <a:lnTo>
                  <a:pt x="2429934" y="342367"/>
                </a:lnTo>
                <a:lnTo>
                  <a:pt x="0" y="342367"/>
                </a:lnTo>
                <a:close/>
                <a:moveTo>
                  <a:pt x="0" y="0"/>
                </a:moveTo>
                <a:lnTo>
                  <a:pt x="2429934" y="0"/>
                </a:lnTo>
                <a:lnTo>
                  <a:pt x="2429934" y="12167"/>
                </a:lnTo>
                <a:lnTo>
                  <a:pt x="0" y="12167"/>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a:solidFill>
                  <a:srgbClr val="FEFFFF"/>
                </a:solidFill>
              </a:rPr>
              <a:t>注意</a:t>
            </a:r>
            <a:endParaRPr lang="zh-CN" altLang="en-US" sz="2000">
              <a:solidFill>
                <a:srgbClr val="FEFFFF"/>
              </a:solidFill>
            </a:endParaRPr>
          </a:p>
        </p:txBody>
      </p:sp>
      <p:sp>
        <p:nvSpPr>
          <p:cNvPr id="7" name="MH_SubTitle_1"/>
          <p:cNvSpPr/>
          <p:nvPr>
            <p:custDataLst>
              <p:tags r:id="rId4"/>
            </p:custDataLst>
          </p:nvPr>
        </p:nvSpPr>
        <p:spPr>
          <a:xfrm>
            <a:off x="1477187" y="1921935"/>
            <a:ext cx="3644899" cy="4590610"/>
          </a:xfrm>
          <a:prstGeom prst="rect">
            <a:avLst/>
          </a:prstGeom>
          <a:solidFill>
            <a:srgbClr val="FEFFFF"/>
          </a:solidFill>
          <a:ln w="9525">
            <a:solidFill>
              <a:srgbClr val="B2B2B2"/>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t">
            <a:normAutofit/>
          </a:bodyPr>
          <a:lstStyle/>
          <a:p>
            <a:pPr>
              <a:lnSpc>
                <a:spcPct val="130000"/>
              </a:lnSpc>
              <a:defRPr/>
            </a:pPr>
            <a:r>
              <a:rPr lang="zh-CN" altLang="en-US" sz="1600">
                <a:solidFill>
                  <a:srgbClr val="1C1C1C"/>
                </a:solidFill>
              </a:rPr>
              <a:t>字符</a:t>
            </a:r>
            <a:r>
              <a:rPr lang="en-US" altLang="zh-CN" sz="1600">
                <a:solidFill>
                  <a:srgbClr val="1C1C1C"/>
                </a:solidFill>
              </a:rPr>
              <a:t>′1′</a:t>
            </a:r>
            <a:r>
              <a:rPr lang="zh-CN" altLang="en-US" sz="1600">
                <a:solidFill>
                  <a:srgbClr val="1C1C1C"/>
                </a:solidFill>
              </a:rPr>
              <a:t>和整数</a:t>
            </a:r>
            <a:r>
              <a:rPr lang="en-US" altLang="zh-CN" sz="1600">
                <a:solidFill>
                  <a:srgbClr val="1C1C1C"/>
                </a:solidFill>
              </a:rPr>
              <a:t>1</a:t>
            </a:r>
            <a:r>
              <a:rPr lang="zh-CN" altLang="en-US" sz="1600">
                <a:solidFill>
                  <a:srgbClr val="1C1C1C"/>
                </a:solidFill>
              </a:rPr>
              <a:t>是不同的概念。</a:t>
            </a:r>
            <a:endParaRPr lang="en-US" altLang="zh-CN" sz="1600">
              <a:solidFill>
                <a:srgbClr val="1C1C1C"/>
              </a:solidFill>
            </a:endParaRPr>
          </a:p>
          <a:p>
            <a:pPr>
              <a:lnSpc>
                <a:spcPct val="130000"/>
              </a:lnSpc>
              <a:defRPr/>
            </a:pPr>
            <a:endParaRPr lang="en-US" altLang="zh-CN" sz="1600">
              <a:solidFill>
                <a:srgbClr val="1C1C1C"/>
              </a:solidFill>
            </a:endParaRPr>
          </a:p>
          <a:p>
            <a:pPr>
              <a:lnSpc>
                <a:spcPct val="130000"/>
              </a:lnSpc>
              <a:defRPr/>
            </a:pPr>
            <a:r>
              <a:rPr lang="zh-CN" altLang="en-US" sz="1600">
                <a:solidFill>
                  <a:srgbClr val="1C1C1C"/>
                </a:solidFill>
              </a:rPr>
              <a:t>字符</a:t>
            </a:r>
            <a:r>
              <a:rPr lang="en-US" altLang="zh-CN" sz="1600">
                <a:solidFill>
                  <a:srgbClr val="1C1C1C"/>
                </a:solidFill>
              </a:rPr>
              <a:t>′1′</a:t>
            </a:r>
            <a:r>
              <a:rPr lang="zh-CN" altLang="en-US" sz="1600">
                <a:solidFill>
                  <a:srgbClr val="1C1C1C"/>
                </a:solidFill>
              </a:rPr>
              <a:t>只是代表一个形状为</a:t>
            </a:r>
            <a:r>
              <a:rPr lang="en-US" altLang="zh-CN" sz="1600">
                <a:solidFill>
                  <a:srgbClr val="1C1C1C"/>
                </a:solidFill>
              </a:rPr>
              <a:t>′1′</a:t>
            </a:r>
            <a:r>
              <a:rPr lang="zh-CN" altLang="en-US" sz="1600">
                <a:solidFill>
                  <a:srgbClr val="1C1C1C"/>
                </a:solidFill>
              </a:rPr>
              <a:t>的符号，在需要时按原样输出，在内存中以</a:t>
            </a:r>
            <a:r>
              <a:rPr lang="en-US" altLang="zh-CN" sz="1600">
                <a:solidFill>
                  <a:srgbClr val="1C1C1C"/>
                </a:solidFill>
              </a:rPr>
              <a:t>ASCII</a:t>
            </a:r>
            <a:r>
              <a:rPr lang="zh-CN" altLang="en-US" sz="1600">
                <a:solidFill>
                  <a:srgbClr val="1C1C1C"/>
                </a:solidFill>
              </a:rPr>
              <a:t>码形式存储，占</a:t>
            </a:r>
            <a:r>
              <a:rPr lang="en-US" altLang="zh-CN" sz="1600">
                <a:solidFill>
                  <a:srgbClr val="1C1C1C"/>
                </a:solidFill>
              </a:rPr>
              <a:t>1</a:t>
            </a:r>
            <a:r>
              <a:rPr lang="zh-CN" altLang="en-US" sz="1600">
                <a:solidFill>
                  <a:srgbClr val="1C1C1C"/>
                </a:solidFill>
              </a:rPr>
              <a:t>个字节。</a:t>
            </a:r>
            <a:endParaRPr lang="en-US" altLang="zh-CN" sz="1600">
              <a:solidFill>
                <a:srgbClr val="1C1C1C"/>
              </a:solidFill>
            </a:endParaRPr>
          </a:p>
          <a:p>
            <a:pPr>
              <a:lnSpc>
                <a:spcPct val="130000"/>
              </a:lnSpc>
              <a:defRPr/>
            </a:pPr>
            <a:endParaRPr lang="en-US" altLang="zh-CN" sz="1600">
              <a:solidFill>
                <a:srgbClr val="1C1C1C"/>
              </a:solidFill>
            </a:endParaRPr>
          </a:p>
          <a:p>
            <a:pPr>
              <a:lnSpc>
                <a:spcPct val="130000"/>
              </a:lnSpc>
              <a:defRPr/>
            </a:pPr>
            <a:endParaRPr lang="en-US" altLang="zh-CN" sz="1600">
              <a:solidFill>
                <a:srgbClr val="1C1C1C"/>
              </a:solidFill>
            </a:endParaRPr>
          </a:p>
          <a:p>
            <a:pPr>
              <a:lnSpc>
                <a:spcPct val="130000"/>
              </a:lnSpc>
              <a:defRPr/>
            </a:pPr>
            <a:r>
              <a:rPr lang="zh-CN" altLang="en-US" sz="1600">
                <a:solidFill>
                  <a:srgbClr val="1C1C1C"/>
                </a:solidFill>
              </a:rPr>
              <a:t>而整数</a:t>
            </a:r>
            <a:r>
              <a:rPr lang="en-US" altLang="zh-CN" sz="1600">
                <a:solidFill>
                  <a:srgbClr val="1C1C1C"/>
                </a:solidFill>
              </a:rPr>
              <a:t>1</a:t>
            </a:r>
            <a:r>
              <a:rPr lang="zh-CN" altLang="en-US" sz="1600">
                <a:solidFill>
                  <a:srgbClr val="1C1C1C"/>
                </a:solidFill>
              </a:rPr>
              <a:t>是以整数存储方式</a:t>
            </a:r>
            <a:r>
              <a:rPr lang="en-US" altLang="zh-CN" sz="1600">
                <a:solidFill>
                  <a:srgbClr val="1C1C1C"/>
                </a:solidFill>
              </a:rPr>
              <a:t>(</a:t>
            </a:r>
            <a:r>
              <a:rPr lang="zh-CN" altLang="en-US" sz="1600">
                <a:solidFill>
                  <a:srgbClr val="1C1C1C"/>
                </a:solidFill>
              </a:rPr>
              <a:t>二进制补码方式</a:t>
            </a:r>
            <a:r>
              <a:rPr lang="en-US" altLang="zh-CN" sz="1600">
                <a:solidFill>
                  <a:srgbClr val="1C1C1C"/>
                </a:solidFill>
              </a:rPr>
              <a:t>)</a:t>
            </a:r>
            <a:r>
              <a:rPr lang="zh-CN" altLang="en-US" sz="1600">
                <a:solidFill>
                  <a:srgbClr val="1C1C1C"/>
                </a:solidFill>
              </a:rPr>
              <a:t>存储的，占</a:t>
            </a:r>
            <a:r>
              <a:rPr lang="en-US" altLang="zh-CN" sz="1600">
                <a:solidFill>
                  <a:srgbClr val="1C1C1C"/>
                </a:solidFill>
              </a:rPr>
              <a:t>2</a:t>
            </a:r>
            <a:r>
              <a:rPr lang="zh-CN" altLang="en-US" sz="1600">
                <a:solidFill>
                  <a:srgbClr val="1C1C1C"/>
                </a:solidFill>
              </a:rPr>
              <a:t>个或</a:t>
            </a:r>
            <a:r>
              <a:rPr lang="en-US" altLang="zh-CN" sz="1600">
                <a:solidFill>
                  <a:srgbClr val="1C1C1C"/>
                </a:solidFill>
              </a:rPr>
              <a:t>4</a:t>
            </a:r>
            <a:r>
              <a:rPr lang="zh-CN" altLang="en-US" sz="1600">
                <a:solidFill>
                  <a:srgbClr val="1C1C1C"/>
                </a:solidFill>
              </a:rPr>
              <a:t>个字节。</a:t>
            </a:r>
            <a:endParaRPr lang="en-US" altLang="zh-CN" sz="1600">
              <a:solidFill>
                <a:srgbClr val="1C1C1C"/>
              </a:solidFill>
            </a:endParaRPr>
          </a:p>
          <a:p>
            <a:pPr>
              <a:lnSpc>
                <a:spcPct val="130000"/>
              </a:lnSpc>
              <a:defRPr/>
            </a:pPr>
            <a:endParaRPr lang="en-US" altLang="zh-CN" sz="1600">
              <a:solidFill>
                <a:srgbClr val="1C1C1C"/>
              </a:solidFill>
            </a:endParaRPr>
          </a:p>
          <a:p>
            <a:pPr>
              <a:lnSpc>
                <a:spcPct val="130000"/>
              </a:lnSpc>
              <a:defRPr/>
            </a:pPr>
            <a:endParaRPr lang="en-US" altLang="zh-CN" sz="1600">
              <a:solidFill>
                <a:srgbClr val="1C1C1C"/>
              </a:solidFill>
            </a:endParaRPr>
          </a:p>
          <a:p>
            <a:pPr>
              <a:lnSpc>
                <a:spcPct val="130000"/>
              </a:lnSpc>
              <a:defRPr/>
            </a:pPr>
            <a:r>
              <a:rPr lang="zh-CN" altLang="en-US" sz="1600">
                <a:solidFill>
                  <a:srgbClr val="1C1C1C"/>
                </a:solidFill>
              </a:rPr>
              <a:t>整数运算</a:t>
            </a:r>
            <a:r>
              <a:rPr lang="en-US" altLang="zh-CN" sz="1600">
                <a:solidFill>
                  <a:srgbClr val="1C1C1C"/>
                </a:solidFill>
              </a:rPr>
              <a:t>1+1</a:t>
            </a:r>
            <a:r>
              <a:rPr lang="zh-CN" altLang="en-US" sz="1600">
                <a:solidFill>
                  <a:srgbClr val="1C1C1C"/>
                </a:solidFill>
              </a:rPr>
              <a:t>等于整数</a:t>
            </a:r>
            <a:r>
              <a:rPr lang="en-US" altLang="zh-CN" sz="1600">
                <a:solidFill>
                  <a:srgbClr val="1C1C1C"/>
                </a:solidFill>
              </a:rPr>
              <a:t>2</a:t>
            </a:r>
            <a:r>
              <a:rPr lang="zh-CN" altLang="en-US" sz="1600">
                <a:solidFill>
                  <a:srgbClr val="1C1C1C"/>
                </a:solidFill>
              </a:rPr>
              <a:t>，而字符</a:t>
            </a:r>
            <a:r>
              <a:rPr lang="en-US" altLang="zh-CN" sz="1600">
                <a:solidFill>
                  <a:srgbClr val="1C1C1C"/>
                </a:solidFill>
              </a:rPr>
              <a:t>′1′+′1′</a:t>
            </a:r>
            <a:r>
              <a:rPr lang="zh-CN" altLang="en-US" sz="1600">
                <a:solidFill>
                  <a:srgbClr val="1C1C1C"/>
                </a:solidFill>
              </a:rPr>
              <a:t>并不等于整数</a:t>
            </a:r>
            <a:r>
              <a:rPr lang="en-US" altLang="zh-CN" sz="1600">
                <a:solidFill>
                  <a:srgbClr val="1C1C1C"/>
                </a:solidFill>
              </a:rPr>
              <a:t>2</a:t>
            </a:r>
            <a:r>
              <a:rPr lang="zh-CN" altLang="en-US" sz="1600">
                <a:solidFill>
                  <a:srgbClr val="1C1C1C"/>
                </a:solidFill>
              </a:rPr>
              <a:t>或字符</a:t>
            </a:r>
            <a:r>
              <a:rPr lang="en-US" altLang="zh-CN" sz="1600">
                <a:solidFill>
                  <a:srgbClr val="1C1C1C"/>
                </a:solidFill>
              </a:rPr>
              <a:t>′2′</a:t>
            </a:r>
            <a:r>
              <a:rPr lang="zh-CN" altLang="en-US" sz="1600">
                <a:solidFill>
                  <a:srgbClr val="1C1C1C"/>
                </a:solidFill>
              </a:rPr>
              <a:t>。</a:t>
            </a:r>
            <a:endParaRPr lang="zh-CN" altLang="en-US" sz="1600">
              <a:solidFill>
                <a:srgbClr val="1C1C1C"/>
              </a:solidFill>
            </a:endParaRPr>
          </a:p>
        </p:txBody>
      </p:sp>
      <p:sp>
        <p:nvSpPr>
          <p:cNvPr id="8" name="MH_Other_2"/>
          <p:cNvSpPr/>
          <p:nvPr>
            <p:custDataLst>
              <p:tags r:id="rId5"/>
            </p:custDataLst>
          </p:nvPr>
        </p:nvSpPr>
        <p:spPr>
          <a:xfrm rot="16200000">
            <a:off x="4820461" y="6210920"/>
            <a:ext cx="301625" cy="301625"/>
          </a:xfrm>
          <a:prstGeom prst="rtTriangle">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9" name="表格 8"/>
          <p:cNvGraphicFramePr>
            <a:graphicFrameLocks noGrp="1"/>
          </p:cNvGraphicFramePr>
          <p:nvPr/>
        </p:nvGraphicFramePr>
        <p:xfrm>
          <a:off x="2466516" y="3695436"/>
          <a:ext cx="1666240" cy="370840"/>
        </p:xfrm>
        <a:graphic>
          <a:graphicData uri="http://schemas.openxmlformats.org/drawingml/2006/table">
            <a:tbl>
              <a:tblPr firstRow="1" bandRow="1">
                <a:tableStyleId>{5C22544A-7EE6-4342-B048-85BDC9FD1C3A}</a:tableStyleId>
              </a:tblPr>
              <a:tblGrid>
                <a:gridCol w="208280"/>
                <a:gridCol w="208280"/>
                <a:gridCol w="208280"/>
                <a:gridCol w="208280"/>
                <a:gridCol w="208280"/>
                <a:gridCol w="208280"/>
                <a:gridCol w="208280"/>
                <a:gridCol w="208280"/>
              </a:tblGrid>
              <a:tr h="370840">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1</a:t>
                      </a:r>
                      <a:endParaRPr lang="zh-CN" altLang="en-US" sz="1600" b="0"/>
                    </a:p>
                  </a:txBody>
                  <a:tcPr/>
                </a:tc>
                <a:tc>
                  <a:txBody>
                    <a:bodyPr/>
                    <a:lstStyle/>
                    <a:p>
                      <a:pPr algn="ctr"/>
                      <a:r>
                        <a:rPr lang="en-US" altLang="zh-CN" sz="1600" b="0"/>
                        <a:t>1</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1</a:t>
                      </a:r>
                      <a:endParaRPr lang="zh-CN" altLang="en-US" sz="1600" b="0"/>
                    </a:p>
                  </a:txBody>
                  <a:tcPr/>
                </a:tc>
              </a:tr>
            </a:tbl>
          </a:graphicData>
        </a:graphic>
      </p:graphicFrame>
      <p:graphicFrame>
        <p:nvGraphicFramePr>
          <p:cNvPr id="10" name="表格 9"/>
          <p:cNvGraphicFramePr>
            <a:graphicFrameLocks noGrp="1"/>
          </p:cNvGraphicFramePr>
          <p:nvPr/>
        </p:nvGraphicFramePr>
        <p:xfrm>
          <a:off x="1638793" y="4918570"/>
          <a:ext cx="3332480" cy="370840"/>
        </p:xfrm>
        <a:graphic>
          <a:graphicData uri="http://schemas.openxmlformats.org/drawingml/2006/table">
            <a:tbl>
              <a:tblPr firstRow="1" bandRow="1">
                <a:tableStyleId>{5C22544A-7EE6-4342-B048-85BDC9FD1C3A}</a:tableStyleId>
              </a:tblPr>
              <a:tblGrid>
                <a:gridCol w="208280"/>
                <a:gridCol w="208280"/>
                <a:gridCol w="208280"/>
                <a:gridCol w="208280"/>
                <a:gridCol w="208280"/>
                <a:gridCol w="208280"/>
                <a:gridCol w="208280"/>
                <a:gridCol w="208280"/>
                <a:gridCol w="208280"/>
                <a:gridCol w="208280"/>
                <a:gridCol w="208280"/>
                <a:gridCol w="208280"/>
                <a:gridCol w="208280"/>
                <a:gridCol w="208280"/>
                <a:gridCol w="208280"/>
                <a:gridCol w="208280"/>
              </a:tblGrid>
              <a:tr h="370840">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0</a:t>
                      </a:r>
                      <a:endParaRPr lang="zh-CN" altLang="en-US" sz="1600" b="0"/>
                    </a:p>
                  </a:txBody>
                  <a:tcPr/>
                </a:tc>
                <a:tc>
                  <a:txBody>
                    <a:bodyPr/>
                    <a:lstStyle/>
                    <a:p>
                      <a:pPr algn="ctr"/>
                      <a:r>
                        <a:rPr lang="en-US" altLang="zh-CN" sz="1600" b="0"/>
                        <a:t>1</a:t>
                      </a:r>
                      <a:endParaRPr lang="zh-CN" altLang="en-US" sz="1600" b="0"/>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67608" y="414580"/>
            <a:ext cx="5412059" cy="1015663"/>
          </a:xfrm>
          <a:prstGeom prst="rect">
            <a:avLst/>
          </a:prstGeom>
          <a:noFill/>
        </p:spPr>
        <p:txBody>
          <a:bodyPr wrap="none" rtlCol="0">
            <a:spAutoFit/>
          </a:bodyPr>
          <a:lstStyle/>
          <a:p>
            <a:r>
              <a:rPr lang="en-US" altLang="zh-CN" sz="6000" dirty="0"/>
              <a:t>4.</a:t>
            </a:r>
            <a:r>
              <a:rPr lang="zh-CN" altLang="en-US" sz="6000" dirty="0"/>
              <a:t>布尔类型 </a:t>
            </a:r>
            <a:r>
              <a:rPr lang="en-US" altLang="zh-CN" sz="6000" dirty="0"/>
              <a:t>bool</a:t>
            </a:r>
            <a:endParaRPr lang="zh-CN" altLang="en-US" sz="6000" dirty="0"/>
          </a:p>
        </p:txBody>
      </p:sp>
      <p:sp>
        <p:nvSpPr>
          <p:cNvPr id="4" name="文本框 3"/>
          <p:cNvSpPr txBox="1"/>
          <p:nvPr/>
        </p:nvSpPr>
        <p:spPr>
          <a:xfrm>
            <a:off x="0" y="1866140"/>
            <a:ext cx="5929828" cy="523220"/>
          </a:xfrm>
          <a:prstGeom prst="rect">
            <a:avLst/>
          </a:prstGeom>
          <a:noFill/>
        </p:spPr>
        <p:txBody>
          <a:bodyPr wrap="none" rtlCol="0">
            <a:spAutoFit/>
          </a:bodyPr>
          <a:lstStyle/>
          <a:p>
            <a:r>
              <a:rPr lang="zh-CN" altLang="en-US" sz="2800" dirty="0"/>
              <a:t>作用：布尔数据类型代表真或假的值</a:t>
            </a:r>
            <a:endParaRPr lang="zh-CN" altLang="en-US" sz="2800" dirty="0"/>
          </a:p>
        </p:txBody>
      </p:sp>
      <p:sp>
        <p:nvSpPr>
          <p:cNvPr id="5" name="文本框 4"/>
          <p:cNvSpPr txBox="1"/>
          <p:nvPr/>
        </p:nvSpPr>
        <p:spPr>
          <a:xfrm>
            <a:off x="119336" y="2382076"/>
            <a:ext cx="3966150" cy="1384995"/>
          </a:xfrm>
          <a:prstGeom prst="rect">
            <a:avLst/>
          </a:prstGeom>
          <a:noFill/>
        </p:spPr>
        <p:txBody>
          <a:bodyPr wrap="none" rtlCol="0">
            <a:spAutoFit/>
          </a:bodyPr>
          <a:lstStyle/>
          <a:p>
            <a:r>
              <a:rPr lang="en-US" altLang="zh-CN" sz="2800" dirty="0"/>
              <a:t>Bool</a:t>
            </a:r>
            <a:r>
              <a:rPr lang="zh-CN" altLang="en-US" sz="2800" dirty="0"/>
              <a:t>类型只有两个值：</a:t>
            </a:r>
            <a:endParaRPr lang="en-US" altLang="zh-CN" sz="2800" dirty="0"/>
          </a:p>
          <a:p>
            <a:r>
              <a:rPr lang="en-US" altLang="zh-CN" sz="2800" dirty="0"/>
              <a:t>True ----</a:t>
            </a:r>
            <a:r>
              <a:rPr lang="zh-CN" altLang="en-US" sz="2800" dirty="0"/>
              <a:t>真 （本质是</a:t>
            </a:r>
            <a:r>
              <a:rPr lang="en-US" altLang="zh-CN" sz="2800" dirty="0"/>
              <a:t>1</a:t>
            </a:r>
            <a:r>
              <a:rPr lang="zh-CN" altLang="en-US" sz="2800" dirty="0"/>
              <a:t>）</a:t>
            </a:r>
            <a:endParaRPr lang="en-US" altLang="zh-CN" sz="2800" dirty="0"/>
          </a:p>
          <a:p>
            <a:r>
              <a:rPr lang="en-US" altLang="zh-CN" sz="2800" dirty="0"/>
              <a:t>False -----</a:t>
            </a:r>
            <a:r>
              <a:rPr lang="zh-CN" altLang="en-US" sz="2800" dirty="0"/>
              <a:t>假 （本质是</a:t>
            </a:r>
            <a:r>
              <a:rPr lang="en-US" altLang="zh-CN" sz="2800" dirty="0"/>
              <a:t>0</a:t>
            </a:r>
            <a:r>
              <a:rPr lang="zh-CN" altLang="en-US" sz="2800" dirty="0"/>
              <a:t>）</a:t>
            </a:r>
            <a:endParaRPr lang="zh-CN" altLang="en-US" sz="2800" dirty="0"/>
          </a:p>
        </p:txBody>
      </p:sp>
      <p:sp>
        <p:nvSpPr>
          <p:cNvPr id="6" name="文本框 5"/>
          <p:cNvSpPr txBox="1"/>
          <p:nvPr/>
        </p:nvSpPr>
        <p:spPr>
          <a:xfrm>
            <a:off x="119336" y="3771128"/>
            <a:ext cx="3416320" cy="523220"/>
          </a:xfrm>
          <a:prstGeom prst="rect">
            <a:avLst/>
          </a:prstGeom>
          <a:noFill/>
        </p:spPr>
        <p:txBody>
          <a:bodyPr wrap="none" rtlCol="0">
            <a:spAutoFit/>
          </a:bodyPr>
          <a:lstStyle/>
          <a:p>
            <a:r>
              <a:rPr lang="zh-CN" altLang="en-US" sz="2800" dirty="0"/>
              <a:t>注：只占用一个字节</a:t>
            </a:r>
            <a:endParaRPr lang="zh-CN" alt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2322308" y="476672"/>
            <a:ext cx="1752600" cy="360432"/>
          </a:xfrm>
          <a:prstGeom prst="rect">
            <a:avLst/>
          </a:prstGeom>
        </p:spPr>
        <p:txBody>
          <a:bodyPr>
            <a:normAutofit fontScale="7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800"/>
              <a:t>转义字符</a:t>
            </a:r>
            <a:endParaRPr lang="zh-CN" altLang="en-US" sz="2800"/>
          </a:p>
        </p:txBody>
      </p:sp>
      <p:grpSp>
        <p:nvGrpSpPr>
          <p:cNvPr id="8" name="组合 7"/>
          <p:cNvGrpSpPr/>
          <p:nvPr/>
        </p:nvGrpSpPr>
        <p:grpSpPr>
          <a:xfrm>
            <a:off x="3791744" y="468150"/>
            <a:ext cx="8763000" cy="6263774"/>
            <a:chOff x="1633331" y="937731"/>
            <a:chExt cx="8763000" cy="7016886"/>
          </a:xfrm>
        </p:grpSpPr>
        <p:pic>
          <p:nvPicPr>
            <p:cNvPr id="9" name="Picture 6"/>
            <p:cNvPicPr>
              <a:picLocks noChangeAspect="1" noChangeArrowheads="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33331" y="937731"/>
              <a:ext cx="87630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33331" y="4754217"/>
              <a:ext cx="87630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初识运算符</a:t>
            </a:r>
            <a:endParaRPr lang="zh-CN" altLang="en-US"/>
          </a:p>
        </p:txBody>
      </p:sp>
      <p:pic>
        <p:nvPicPr>
          <p:cNvPr id="4" name="内容占位符 3"/>
          <p:cNvPicPr>
            <a:picLocks noChangeAspect="1"/>
          </p:cNvPicPr>
          <p:nvPr>
            <p:ph idx="1"/>
          </p:nvPr>
        </p:nvPicPr>
        <p:blipFill>
          <a:blip r:embed="rId1"/>
          <a:stretch>
            <a:fillRect/>
          </a:stretch>
        </p:blipFill>
        <p:spPr>
          <a:xfrm>
            <a:off x="873125" y="1417955"/>
            <a:ext cx="5048250" cy="4467225"/>
          </a:xfrm>
          <a:prstGeom prst="rect">
            <a:avLst/>
          </a:prstGeom>
        </p:spPr>
      </p:pic>
      <p:pic>
        <p:nvPicPr>
          <p:cNvPr id="10" name="图片 9"/>
          <p:cNvPicPr>
            <a:picLocks noChangeAspect="1"/>
          </p:cNvPicPr>
          <p:nvPr/>
        </p:nvPicPr>
        <p:blipFill>
          <a:blip r:embed="rId2"/>
          <a:stretch>
            <a:fillRect/>
          </a:stretch>
        </p:blipFill>
        <p:spPr>
          <a:xfrm>
            <a:off x="6391275" y="1417955"/>
            <a:ext cx="4514850" cy="2190750"/>
          </a:xfrm>
          <a:prstGeom prst="rect">
            <a:avLst/>
          </a:prstGeom>
        </p:spPr>
      </p:pic>
      <p:sp>
        <p:nvSpPr>
          <p:cNvPr id="11" name="文本框 10"/>
          <p:cNvSpPr txBox="1"/>
          <p:nvPr/>
        </p:nvSpPr>
        <p:spPr>
          <a:xfrm>
            <a:off x="6461760" y="4345940"/>
            <a:ext cx="3307080" cy="922020"/>
          </a:xfrm>
          <a:prstGeom prst="rect">
            <a:avLst/>
          </a:prstGeom>
          <a:noFill/>
        </p:spPr>
        <p:txBody>
          <a:bodyPr wrap="square" rtlCol="0">
            <a:spAutoFit/>
          </a:bodyPr>
          <a:p>
            <a:r>
              <a:rPr lang="en-US" altLang="zh-CN"/>
              <a:t>b=a++</a:t>
            </a:r>
            <a:r>
              <a:rPr lang="zh-CN" altLang="en-US"/>
              <a:t>操作顺序：先把</a:t>
            </a:r>
            <a:r>
              <a:rPr lang="en-US" altLang="zh-CN"/>
              <a:t>a</a:t>
            </a:r>
            <a:r>
              <a:rPr lang="zh-CN" altLang="en-US"/>
              <a:t>赋值给</a:t>
            </a:r>
            <a:r>
              <a:rPr lang="en-US" altLang="zh-CN"/>
              <a:t>b</a:t>
            </a:r>
            <a:r>
              <a:rPr lang="zh-CN" altLang="en-US"/>
              <a:t>，再进行加法运算</a:t>
            </a:r>
            <a:endParaRPr lang="zh-CN" altLang="en-US"/>
          </a:p>
          <a:p>
            <a:r>
              <a:rPr lang="en-US" altLang="zh-CN"/>
              <a:t>c=++a</a:t>
            </a:r>
            <a:r>
              <a:rPr lang="zh-CN" altLang="en-US"/>
              <a:t>则相反</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关系运算符</a:t>
            </a:r>
            <a:endParaRPr lang="zh-CN" altLang="en-US"/>
          </a:p>
        </p:txBody>
      </p:sp>
      <p:pic>
        <p:nvPicPr>
          <p:cNvPr id="4" name="内容占位符 3"/>
          <p:cNvPicPr>
            <a:picLocks noChangeAspect="1"/>
          </p:cNvPicPr>
          <p:nvPr>
            <p:ph idx="1"/>
          </p:nvPr>
        </p:nvPicPr>
        <p:blipFill>
          <a:blip r:embed="rId1"/>
          <a:stretch>
            <a:fillRect/>
          </a:stretch>
        </p:blipFill>
        <p:spPr>
          <a:xfrm>
            <a:off x="609600" y="2075815"/>
            <a:ext cx="6729095" cy="3444875"/>
          </a:xfrm>
          <a:prstGeom prst="rect">
            <a:avLst/>
          </a:prstGeom>
        </p:spPr>
      </p:pic>
      <p:pic>
        <p:nvPicPr>
          <p:cNvPr id="5" name="图片 4"/>
          <p:cNvPicPr>
            <a:picLocks noChangeAspect="1"/>
          </p:cNvPicPr>
          <p:nvPr/>
        </p:nvPicPr>
        <p:blipFill>
          <a:blip r:embed="rId2"/>
          <a:stretch>
            <a:fillRect/>
          </a:stretch>
        </p:blipFill>
        <p:spPr>
          <a:xfrm>
            <a:off x="7667625" y="1658620"/>
            <a:ext cx="3914775" cy="1819275"/>
          </a:xfrm>
          <a:prstGeom prst="rect">
            <a:avLst/>
          </a:prstGeom>
        </p:spPr>
      </p:pic>
      <p:pic>
        <p:nvPicPr>
          <p:cNvPr id="7" name="图片 6"/>
          <p:cNvPicPr>
            <a:picLocks noChangeAspect="1"/>
          </p:cNvPicPr>
          <p:nvPr/>
        </p:nvPicPr>
        <p:blipFill>
          <a:blip r:embed="rId3"/>
          <a:stretch>
            <a:fillRect/>
          </a:stretch>
        </p:blipFill>
        <p:spPr>
          <a:xfrm>
            <a:off x="7667625" y="3778250"/>
            <a:ext cx="3448050" cy="20002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逻辑运算符</a:t>
            </a:r>
            <a:endParaRPr lang="zh-CN" altLang="en-US"/>
          </a:p>
        </p:txBody>
      </p:sp>
      <p:pic>
        <p:nvPicPr>
          <p:cNvPr id="6" name="内容占位符 5"/>
          <p:cNvPicPr>
            <a:picLocks noChangeAspect="1"/>
          </p:cNvPicPr>
          <p:nvPr>
            <p:ph idx="1"/>
          </p:nvPr>
        </p:nvPicPr>
        <p:blipFill>
          <a:blip r:embed="rId1"/>
          <a:stretch>
            <a:fillRect/>
          </a:stretch>
        </p:blipFill>
        <p:spPr>
          <a:xfrm>
            <a:off x="746760" y="1856105"/>
            <a:ext cx="7202805" cy="2335530"/>
          </a:xfrm>
          <a:prstGeom prst="rect">
            <a:avLst/>
          </a:prstGeom>
        </p:spPr>
      </p:pic>
      <p:pic>
        <p:nvPicPr>
          <p:cNvPr id="7" name="图片 6"/>
          <p:cNvPicPr>
            <a:picLocks noChangeAspect="1"/>
          </p:cNvPicPr>
          <p:nvPr/>
        </p:nvPicPr>
        <p:blipFill>
          <a:blip r:embed="rId2"/>
          <a:stretch>
            <a:fillRect/>
          </a:stretch>
        </p:blipFill>
        <p:spPr>
          <a:xfrm>
            <a:off x="8161020" y="2343785"/>
            <a:ext cx="3571875" cy="1847850"/>
          </a:xfrm>
          <a:prstGeom prst="rect">
            <a:avLst/>
          </a:prstGeom>
        </p:spPr>
      </p:pic>
      <p:pic>
        <p:nvPicPr>
          <p:cNvPr id="8" name="图片 7"/>
          <p:cNvPicPr>
            <a:picLocks noChangeAspect="1"/>
          </p:cNvPicPr>
          <p:nvPr/>
        </p:nvPicPr>
        <p:blipFill>
          <a:blip r:embed="rId3"/>
          <a:stretch>
            <a:fillRect/>
          </a:stretch>
        </p:blipFill>
        <p:spPr>
          <a:xfrm>
            <a:off x="8161020" y="4387215"/>
            <a:ext cx="3390900" cy="20002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赋值运算符</a:t>
            </a:r>
            <a:endParaRPr lang="zh-CN" altLang="en-US"/>
          </a:p>
        </p:txBody>
      </p:sp>
      <p:pic>
        <p:nvPicPr>
          <p:cNvPr id="6" name="内容占位符 5"/>
          <p:cNvPicPr>
            <a:picLocks noChangeAspect="1"/>
          </p:cNvPicPr>
          <p:nvPr>
            <p:ph idx="1"/>
          </p:nvPr>
        </p:nvPicPr>
        <p:blipFill>
          <a:blip r:embed="rId1"/>
          <a:stretch>
            <a:fillRect/>
          </a:stretch>
        </p:blipFill>
        <p:spPr>
          <a:xfrm>
            <a:off x="257810" y="1910715"/>
            <a:ext cx="5699760" cy="2863850"/>
          </a:xfrm>
          <a:prstGeom prst="rect">
            <a:avLst/>
          </a:prstGeom>
        </p:spPr>
      </p:pic>
      <p:pic>
        <p:nvPicPr>
          <p:cNvPr id="8" name="图片 7"/>
          <p:cNvPicPr>
            <a:picLocks noChangeAspect="1"/>
          </p:cNvPicPr>
          <p:nvPr/>
        </p:nvPicPr>
        <p:blipFill>
          <a:blip r:embed="rId2"/>
          <a:stretch>
            <a:fillRect/>
          </a:stretch>
        </p:blipFill>
        <p:spPr>
          <a:xfrm>
            <a:off x="6200775" y="1515745"/>
            <a:ext cx="2693670" cy="3764280"/>
          </a:xfrm>
          <a:prstGeom prst="rect">
            <a:avLst/>
          </a:prstGeom>
        </p:spPr>
      </p:pic>
      <p:sp>
        <p:nvSpPr>
          <p:cNvPr id="9" name="文本框 8"/>
          <p:cNvSpPr txBox="1"/>
          <p:nvPr/>
        </p:nvSpPr>
        <p:spPr>
          <a:xfrm>
            <a:off x="1471930" y="4850765"/>
            <a:ext cx="2679700" cy="368300"/>
          </a:xfrm>
          <a:prstGeom prst="rect">
            <a:avLst/>
          </a:prstGeom>
          <a:noFill/>
        </p:spPr>
        <p:txBody>
          <a:bodyPr wrap="square" rtlCol="0">
            <a:spAutoFit/>
          </a:bodyPr>
          <a:p>
            <a:r>
              <a:rPr lang="zh-CN" altLang="en-US"/>
              <a:t>逻辑：</a:t>
            </a:r>
            <a:r>
              <a:rPr lang="en-US" altLang="zh-CN"/>
              <a:t>x+=y</a:t>
            </a:r>
            <a:r>
              <a:rPr lang="zh-CN" altLang="en-US"/>
              <a:t>等同于</a:t>
            </a:r>
            <a:r>
              <a:rPr lang="en-US" altLang="zh-CN"/>
              <a:t>x=x+y</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位运算</a:t>
            </a:r>
            <a:r>
              <a:rPr lang="zh-CN" altLang="en-US"/>
              <a:t>符</a:t>
            </a:r>
            <a:endParaRPr lang="zh-CN" altLang="en-US"/>
          </a:p>
        </p:txBody>
      </p:sp>
      <p:graphicFrame>
        <p:nvGraphicFramePr>
          <p:cNvPr id="4" name="内容占位符 3"/>
          <p:cNvGraphicFramePr/>
          <p:nvPr>
            <p:ph idx="1"/>
            <p:custDataLst>
              <p:tags r:id="rId1"/>
            </p:custDataLst>
          </p:nvPr>
        </p:nvGraphicFramePr>
        <p:xfrm>
          <a:off x="609600" y="2054226"/>
          <a:ext cx="5014595" cy="4206240"/>
        </p:xfrm>
        <a:graphic>
          <a:graphicData uri="http://schemas.openxmlformats.org/drawingml/2006/table">
            <a:tbl>
              <a:tblPr firstRow="1" bandRow="1">
                <a:tableStyleId>{5C22544A-7EE6-4342-B048-85BDC9FD1C3A}</a:tableStyleId>
              </a:tblPr>
              <a:tblGrid>
                <a:gridCol w="616585"/>
                <a:gridCol w="4398010"/>
              </a:tblGrid>
              <a:tr h="914400">
                <a:tc>
                  <a:txBody>
                    <a:bodyPr/>
                    <a:p>
                      <a:pPr>
                        <a:buNone/>
                      </a:pPr>
                      <a:r>
                        <a:rPr lang="zh-CN" altLang="en-US">
                          <a:solidFill>
                            <a:schemeClr val="tx1"/>
                          </a:solidFill>
                        </a:rPr>
                        <a:t>运算符</a:t>
                      </a:r>
                      <a:endParaRPr lang="zh-CN" altLang="en-US">
                        <a:solidFill>
                          <a:schemeClr val="tx1"/>
                        </a:solidFill>
                      </a:endParaRPr>
                    </a:p>
                  </a:txBody>
                  <a:tcPr>
                    <a:lnL w="9525">
                      <a:solidFill>
                        <a:srgbClr val="848587"/>
                      </a:solidFill>
                      <a:prstDash val="sysDash"/>
                    </a:lnL>
                    <a:lnR w="9525">
                      <a:solidFill>
                        <a:srgbClr val="848587"/>
                      </a:solidFill>
                      <a:prstDash val="sysDash"/>
                    </a:lnR>
                    <a:lnT w="28575">
                      <a:solidFill>
                        <a:srgbClr val="848587"/>
                      </a:solidFill>
                      <a:prstDash val="solid"/>
                    </a:lnT>
                    <a:lnB w="28575">
                      <a:solidFill>
                        <a:srgbClr val="848587"/>
                      </a:solidFill>
                      <a:prstDash val="solid"/>
                    </a:lnB>
                    <a:solidFill>
                      <a:srgbClr val="FFFFFF"/>
                    </a:solidFill>
                  </a:tcPr>
                </a:tc>
                <a:tc>
                  <a:txBody>
                    <a:bodyPr/>
                    <a:p>
                      <a:pPr>
                        <a:buNone/>
                      </a:pPr>
                      <a:r>
                        <a:rPr lang="zh-CN" altLang="en-US">
                          <a:solidFill>
                            <a:schemeClr val="tx1"/>
                          </a:solidFill>
                        </a:rPr>
                        <a:t>描述</a:t>
                      </a:r>
                      <a:endParaRPr lang="zh-CN" altLang="en-US">
                        <a:solidFill>
                          <a:schemeClr val="tx1"/>
                        </a:solidFill>
                      </a:endParaRPr>
                    </a:p>
                  </a:txBody>
                  <a:tcPr>
                    <a:lnL w="9525">
                      <a:solidFill>
                        <a:srgbClr val="848587"/>
                      </a:solidFill>
                      <a:prstDash val="sysDash"/>
                    </a:lnL>
                    <a:lnR w="9525">
                      <a:solidFill>
                        <a:srgbClr val="848587"/>
                      </a:solidFill>
                      <a:prstDash val="sysDash"/>
                    </a:lnR>
                    <a:lnT w="28575">
                      <a:solidFill>
                        <a:srgbClr val="848587"/>
                      </a:solidFill>
                      <a:prstDash val="solid"/>
                    </a:lnT>
                    <a:lnB w="28575">
                      <a:solidFill>
                        <a:srgbClr val="848587"/>
                      </a:solidFill>
                      <a:prstDash val="solid"/>
                    </a:lnB>
                    <a:solidFill>
                      <a:srgbClr val="FFFFFF"/>
                    </a:solidFill>
                  </a:tcPr>
                </a:tc>
              </a:tr>
              <a:tr h="365760">
                <a:tc>
                  <a:txBody>
                    <a:bodyPr/>
                    <a:p>
                      <a:pPr>
                        <a:buNone/>
                      </a:pPr>
                      <a:r>
                        <a:rPr lang="en-US" altLang="zh-CN">
                          <a:solidFill>
                            <a:srgbClr val="404040"/>
                          </a:solidFill>
                        </a:rPr>
                        <a:t>&amp;</a:t>
                      </a:r>
                      <a:endParaRPr lang="en-US" altLang="zh-CN">
                        <a:solidFill>
                          <a:srgbClr val="404040"/>
                        </a:solidFill>
                      </a:endParaRPr>
                    </a:p>
                  </a:txBody>
                  <a:tcPr>
                    <a:lnL w="9525">
                      <a:solidFill>
                        <a:srgbClr val="848587"/>
                      </a:solidFill>
                      <a:prstDash val="sysDash"/>
                    </a:lnL>
                    <a:lnR w="9525">
                      <a:solidFill>
                        <a:srgbClr val="848587"/>
                      </a:solidFill>
                      <a:prstDash val="sysDash"/>
                    </a:lnR>
                    <a:lnT w="28575">
                      <a:solidFill>
                        <a:srgbClr val="848587"/>
                      </a:solidFill>
                      <a:prstDash val="solid"/>
                    </a:lnT>
                    <a:lnB w="9525">
                      <a:solidFill>
                        <a:srgbClr val="848587"/>
                      </a:solidFill>
                      <a:prstDash val="sysDash"/>
                    </a:lnB>
                    <a:solidFill>
                      <a:srgbClr val="FFFFFF"/>
                    </a:solidFill>
                  </a:tcPr>
                </a:tc>
                <a:tc>
                  <a:txBody>
                    <a:bodyPr/>
                    <a:p>
                      <a:pPr>
                        <a:buNone/>
                      </a:pPr>
                      <a:r>
                        <a:rPr lang="zh-CN" altLang="en-US">
                          <a:solidFill>
                            <a:srgbClr val="404040"/>
                          </a:solidFill>
                        </a:rPr>
                        <a:t>按位与运算符</a:t>
                      </a:r>
                      <a:endParaRPr lang="zh-CN" altLang="en-US">
                        <a:solidFill>
                          <a:srgbClr val="404040"/>
                        </a:solidFill>
                      </a:endParaRPr>
                    </a:p>
                  </a:txBody>
                  <a:tcPr>
                    <a:lnL w="9525">
                      <a:solidFill>
                        <a:srgbClr val="848587"/>
                      </a:solidFill>
                      <a:prstDash val="sysDash"/>
                    </a:lnL>
                    <a:lnR w="9525">
                      <a:solidFill>
                        <a:srgbClr val="848587"/>
                      </a:solidFill>
                      <a:prstDash val="sysDash"/>
                    </a:lnR>
                    <a:lnT w="28575">
                      <a:solidFill>
                        <a:srgbClr val="848587"/>
                      </a:solidFill>
                      <a:prstDash val="solid"/>
                    </a:lnT>
                    <a:lnB w="9525">
                      <a:solidFill>
                        <a:srgbClr val="848587"/>
                      </a:solidFill>
                      <a:prstDash val="sysDash"/>
                    </a:lnB>
                    <a:solidFill>
                      <a:srgbClr val="FFFFFF"/>
                    </a:solidFill>
                  </a:tcPr>
                </a:tc>
              </a:tr>
              <a:tr h="365760">
                <a:tc>
                  <a:txBody>
                    <a:bodyPr/>
                    <a:p>
                      <a:pPr>
                        <a:buNone/>
                      </a:pPr>
                      <a:r>
                        <a:rPr lang="en-US" altLang="zh-CN">
                          <a:solidFill>
                            <a:srgbClr val="404040"/>
                          </a:solidFill>
                        </a:rPr>
                        <a:t>|</a:t>
                      </a:r>
                      <a:endParaRPr lang="en-US" altLang="zh-CN">
                        <a:solidFill>
                          <a:srgbClr val="404040"/>
                        </a:solidFill>
                      </a:endParaRPr>
                    </a:p>
                  </a:txBody>
                  <a:tcPr>
                    <a:lnL w="9525">
                      <a:solidFill>
                        <a:srgbClr val="848587"/>
                      </a:solidFill>
                      <a:prstDash val="sysDash"/>
                    </a:lnL>
                    <a:lnR w="9525">
                      <a:solidFill>
                        <a:srgbClr val="848587"/>
                      </a:solidFill>
                      <a:prstDash val="sysDash"/>
                    </a:lnR>
                    <a:lnT w="9525">
                      <a:solidFill>
                        <a:srgbClr val="848587"/>
                      </a:solidFill>
                      <a:prstDash val="sysDash"/>
                    </a:lnT>
                    <a:lnB w="9525">
                      <a:solidFill>
                        <a:srgbClr val="848587"/>
                      </a:solidFill>
                      <a:prstDash val="sysDash"/>
                    </a:lnB>
                    <a:solidFill>
                      <a:srgbClr val="F2F2F2"/>
                    </a:solidFill>
                  </a:tcPr>
                </a:tc>
                <a:tc>
                  <a:txBody>
                    <a:bodyPr/>
                    <a:p>
                      <a:pPr>
                        <a:buNone/>
                      </a:pPr>
                      <a:r>
                        <a:rPr lang="zh-CN" altLang="en-US" sz="1800">
                          <a:solidFill>
                            <a:srgbClr val="404040"/>
                          </a:solidFill>
                          <a:sym typeface="+mn-ea"/>
                        </a:rPr>
                        <a:t>按位或</a:t>
                      </a:r>
                      <a:r>
                        <a:rPr lang="zh-CN" altLang="en-US" sz="1800">
                          <a:solidFill>
                            <a:srgbClr val="404040"/>
                          </a:solidFill>
                          <a:sym typeface="+mn-ea"/>
                        </a:rPr>
                        <a:t>运算符</a:t>
                      </a:r>
                      <a:endParaRPr lang="zh-CN" altLang="en-US">
                        <a:solidFill>
                          <a:srgbClr val="404040"/>
                        </a:solidFill>
                      </a:endParaRPr>
                    </a:p>
                  </a:txBody>
                  <a:tcPr>
                    <a:lnL w="9525">
                      <a:solidFill>
                        <a:srgbClr val="848587"/>
                      </a:solidFill>
                      <a:prstDash val="sysDash"/>
                    </a:lnL>
                    <a:lnR w="9525">
                      <a:solidFill>
                        <a:srgbClr val="848587"/>
                      </a:solidFill>
                      <a:prstDash val="sysDash"/>
                    </a:lnR>
                    <a:lnT w="9525">
                      <a:solidFill>
                        <a:srgbClr val="848587"/>
                      </a:solidFill>
                      <a:prstDash val="sysDash"/>
                    </a:lnT>
                    <a:lnB w="9525">
                      <a:solidFill>
                        <a:srgbClr val="848587"/>
                      </a:solidFill>
                      <a:prstDash val="sysDash"/>
                    </a:lnB>
                    <a:solidFill>
                      <a:srgbClr val="F2F2F2"/>
                    </a:solidFill>
                  </a:tcPr>
                </a:tc>
              </a:tr>
              <a:tr h="365760">
                <a:tc>
                  <a:txBody>
                    <a:bodyPr/>
                    <a:p>
                      <a:pPr>
                        <a:buNone/>
                      </a:pPr>
                      <a:r>
                        <a:rPr lang="en-US" altLang="zh-CN">
                          <a:solidFill>
                            <a:srgbClr val="404040"/>
                          </a:solidFill>
                        </a:rPr>
                        <a:t>^</a:t>
                      </a:r>
                      <a:endParaRPr lang="en-US" altLang="zh-CN">
                        <a:solidFill>
                          <a:srgbClr val="404040"/>
                        </a:solidFill>
                      </a:endParaRPr>
                    </a:p>
                  </a:txBody>
                  <a:tcPr>
                    <a:lnL w="9525">
                      <a:solidFill>
                        <a:srgbClr val="848587"/>
                      </a:solidFill>
                      <a:prstDash val="sysDash"/>
                    </a:lnL>
                    <a:lnR w="9525">
                      <a:solidFill>
                        <a:srgbClr val="848587"/>
                      </a:solidFill>
                      <a:prstDash val="sysDash"/>
                    </a:lnR>
                    <a:lnT w="9525">
                      <a:solidFill>
                        <a:srgbClr val="848587"/>
                      </a:solidFill>
                      <a:prstDash val="sysDash"/>
                    </a:lnT>
                    <a:lnB w="9525">
                      <a:solidFill>
                        <a:srgbClr val="848587"/>
                      </a:solidFill>
                      <a:prstDash val="sysDash"/>
                    </a:lnB>
                    <a:solidFill>
                      <a:srgbClr val="FFFFFF"/>
                    </a:solidFill>
                  </a:tcPr>
                </a:tc>
                <a:tc>
                  <a:txBody>
                    <a:bodyPr/>
                    <a:p>
                      <a:pPr>
                        <a:buNone/>
                      </a:pPr>
                      <a:r>
                        <a:rPr lang="zh-CN" altLang="en-US">
                          <a:solidFill>
                            <a:srgbClr val="404040"/>
                          </a:solidFill>
                        </a:rPr>
                        <a:t>异或运算符</a:t>
                      </a:r>
                      <a:endParaRPr lang="zh-CN" altLang="en-US">
                        <a:solidFill>
                          <a:srgbClr val="404040"/>
                        </a:solidFill>
                      </a:endParaRPr>
                    </a:p>
                  </a:txBody>
                  <a:tcPr>
                    <a:lnL w="9525">
                      <a:solidFill>
                        <a:srgbClr val="848587"/>
                      </a:solidFill>
                      <a:prstDash val="sysDash"/>
                    </a:lnL>
                    <a:lnR w="9525">
                      <a:solidFill>
                        <a:srgbClr val="848587"/>
                      </a:solidFill>
                      <a:prstDash val="sysDash"/>
                    </a:lnR>
                    <a:lnT w="9525">
                      <a:solidFill>
                        <a:srgbClr val="848587"/>
                      </a:solidFill>
                      <a:prstDash val="sysDash"/>
                    </a:lnT>
                    <a:lnB w="9525">
                      <a:solidFill>
                        <a:srgbClr val="848587"/>
                      </a:solidFill>
                      <a:prstDash val="sysDash"/>
                    </a:lnB>
                    <a:solidFill>
                      <a:srgbClr val="FFFFFF"/>
                    </a:solidFill>
                  </a:tcPr>
                </a:tc>
              </a:tr>
              <a:tr h="365760">
                <a:tc>
                  <a:txBody>
                    <a:bodyPr/>
                    <a:p>
                      <a:pPr>
                        <a:buNone/>
                      </a:pPr>
                      <a:r>
                        <a:rPr lang="en-US" altLang="zh-CN">
                          <a:solidFill>
                            <a:srgbClr val="404040"/>
                          </a:solidFill>
                        </a:rPr>
                        <a:t>~</a:t>
                      </a:r>
                      <a:endParaRPr lang="en-US" altLang="zh-CN">
                        <a:solidFill>
                          <a:srgbClr val="404040"/>
                        </a:solidFill>
                      </a:endParaRPr>
                    </a:p>
                  </a:txBody>
                  <a:tcPr>
                    <a:lnL w="9525">
                      <a:solidFill>
                        <a:srgbClr val="848587"/>
                      </a:solidFill>
                      <a:prstDash val="sysDash"/>
                    </a:lnL>
                    <a:lnR w="9525">
                      <a:solidFill>
                        <a:srgbClr val="848587"/>
                      </a:solidFill>
                      <a:prstDash val="sysDash"/>
                    </a:lnR>
                    <a:lnT w="9525">
                      <a:solidFill>
                        <a:srgbClr val="848587"/>
                      </a:solidFill>
                      <a:prstDash val="sysDash"/>
                    </a:lnT>
                    <a:lnB w="9525">
                      <a:solidFill>
                        <a:srgbClr val="848587"/>
                      </a:solidFill>
                      <a:prstDash val="sysDash"/>
                    </a:lnB>
                    <a:solidFill>
                      <a:srgbClr val="F2F2F2"/>
                    </a:solidFill>
                  </a:tcPr>
                </a:tc>
                <a:tc>
                  <a:txBody>
                    <a:bodyPr/>
                    <a:p>
                      <a:pPr>
                        <a:buNone/>
                      </a:pPr>
                      <a:r>
                        <a:rPr lang="zh-CN" altLang="en-US">
                          <a:solidFill>
                            <a:srgbClr val="404040"/>
                          </a:solidFill>
                        </a:rPr>
                        <a:t>取反运算符</a:t>
                      </a:r>
                      <a:endParaRPr lang="zh-CN" altLang="en-US">
                        <a:solidFill>
                          <a:srgbClr val="404040"/>
                        </a:solidFill>
                      </a:endParaRPr>
                    </a:p>
                  </a:txBody>
                  <a:tcPr>
                    <a:lnL w="9525">
                      <a:solidFill>
                        <a:srgbClr val="848587"/>
                      </a:solidFill>
                      <a:prstDash val="sysDash"/>
                    </a:lnL>
                    <a:lnR w="9525">
                      <a:solidFill>
                        <a:srgbClr val="848587"/>
                      </a:solidFill>
                      <a:prstDash val="sysDash"/>
                    </a:lnR>
                    <a:lnT w="9525">
                      <a:solidFill>
                        <a:srgbClr val="848587"/>
                      </a:solidFill>
                      <a:prstDash val="sysDash"/>
                    </a:lnT>
                    <a:lnB w="9525">
                      <a:solidFill>
                        <a:srgbClr val="848587"/>
                      </a:solidFill>
                      <a:prstDash val="sysDash"/>
                    </a:lnB>
                    <a:solidFill>
                      <a:srgbClr val="F2F2F2"/>
                    </a:solidFill>
                  </a:tcPr>
                </a:tc>
              </a:tr>
              <a:tr h="914400">
                <a:tc>
                  <a:txBody>
                    <a:bodyPr/>
                    <a:p>
                      <a:pPr>
                        <a:buNone/>
                      </a:pPr>
                      <a:r>
                        <a:rPr lang="en-US" altLang="zh-CN">
                          <a:solidFill>
                            <a:srgbClr val="404040"/>
                          </a:solidFill>
                        </a:rPr>
                        <a:t>&lt;&lt;</a:t>
                      </a:r>
                      <a:endParaRPr lang="en-US" altLang="zh-CN">
                        <a:solidFill>
                          <a:srgbClr val="404040"/>
                        </a:solidFill>
                      </a:endParaRPr>
                    </a:p>
                  </a:txBody>
                  <a:tcPr>
                    <a:lnL w="9525">
                      <a:solidFill>
                        <a:srgbClr val="848587"/>
                      </a:solidFill>
                      <a:prstDash val="sysDash"/>
                    </a:lnL>
                    <a:lnR w="9525">
                      <a:solidFill>
                        <a:srgbClr val="848587"/>
                      </a:solidFill>
                      <a:prstDash val="sysDash"/>
                    </a:lnR>
                    <a:lnT w="9525">
                      <a:solidFill>
                        <a:srgbClr val="848587"/>
                      </a:solidFill>
                      <a:prstDash val="sysDash"/>
                    </a:lnT>
                    <a:lnB w="9525">
                      <a:solidFill>
                        <a:srgbClr val="848587"/>
                      </a:solidFill>
                      <a:prstDash val="sysDash"/>
                    </a:lnB>
                    <a:solidFill>
                      <a:srgbClr val="FFFFFF"/>
                    </a:solidFill>
                  </a:tcPr>
                </a:tc>
                <a:tc>
                  <a:txBody>
                    <a:bodyPr/>
                    <a:p>
                      <a:pPr>
                        <a:buNone/>
                      </a:pPr>
                      <a:r>
                        <a:rPr lang="zh-CN" altLang="en-US">
                          <a:solidFill>
                            <a:srgbClr val="404040"/>
                          </a:solidFill>
                        </a:rPr>
                        <a:t>二进制左移位运算符，将一个运算对象的各二进制位全部左移若干位（左边的二进制位丢弃，右边补0）</a:t>
                      </a:r>
                      <a:endParaRPr lang="zh-CN" altLang="en-US">
                        <a:solidFill>
                          <a:srgbClr val="404040"/>
                        </a:solidFill>
                      </a:endParaRPr>
                    </a:p>
                  </a:txBody>
                  <a:tcPr>
                    <a:lnL w="9525">
                      <a:solidFill>
                        <a:srgbClr val="848587"/>
                      </a:solidFill>
                      <a:prstDash val="sysDash"/>
                    </a:lnL>
                    <a:lnR w="9525">
                      <a:solidFill>
                        <a:srgbClr val="848587"/>
                      </a:solidFill>
                      <a:prstDash val="sysDash"/>
                    </a:lnR>
                    <a:lnT w="9525">
                      <a:solidFill>
                        <a:srgbClr val="848587"/>
                      </a:solidFill>
                      <a:prstDash val="sysDash"/>
                    </a:lnT>
                    <a:lnB w="9525">
                      <a:solidFill>
                        <a:srgbClr val="848587"/>
                      </a:solidFill>
                      <a:prstDash val="sysDash"/>
                    </a:lnB>
                    <a:solidFill>
                      <a:srgbClr val="FFFFFF"/>
                    </a:solidFill>
                  </a:tcPr>
                </a:tc>
              </a:tr>
              <a:tr h="914400">
                <a:tc>
                  <a:txBody>
                    <a:bodyPr/>
                    <a:p>
                      <a:pPr>
                        <a:buNone/>
                      </a:pPr>
                      <a:r>
                        <a:rPr lang="en-US" altLang="zh-CN">
                          <a:solidFill>
                            <a:srgbClr val="404040"/>
                          </a:solidFill>
                        </a:rPr>
                        <a:t>&gt;&gt;</a:t>
                      </a:r>
                      <a:endParaRPr lang="en-US" altLang="zh-CN">
                        <a:solidFill>
                          <a:srgbClr val="404040"/>
                        </a:solidFill>
                      </a:endParaRPr>
                    </a:p>
                  </a:txBody>
                  <a:tcPr>
                    <a:lnL w="9525">
                      <a:solidFill>
                        <a:srgbClr val="848587"/>
                      </a:solidFill>
                      <a:prstDash val="sysDash"/>
                    </a:lnL>
                    <a:lnR w="9525">
                      <a:solidFill>
                        <a:srgbClr val="848587"/>
                      </a:solidFill>
                      <a:prstDash val="sysDash"/>
                    </a:lnR>
                    <a:lnT w="9525">
                      <a:solidFill>
                        <a:srgbClr val="848587"/>
                      </a:solidFill>
                      <a:prstDash val="sysDash"/>
                    </a:lnT>
                    <a:lnB w="28575">
                      <a:solidFill>
                        <a:srgbClr val="848587"/>
                      </a:solidFill>
                      <a:prstDash val="solid"/>
                    </a:lnB>
                    <a:solidFill>
                      <a:srgbClr val="F2F2F2"/>
                    </a:solidFill>
                  </a:tcPr>
                </a:tc>
                <a:tc>
                  <a:txBody>
                    <a:bodyPr/>
                    <a:p>
                      <a:pPr>
                        <a:buNone/>
                      </a:pPr>
                      <a:r>
                        <a:rPr lang="zh-CN" altLang="en-US">
                          <a:solidFill>
                            <a:srgbClr val="404040"/>
                          </a:solidFill>
                        </a:rPr>
                        <a:t>二进制右移位</a:t>
                      </a:r>
                      <a:r>
                        <a:rPr lang="zh-CN" altLang="en-US">
                          <a:solidFill>
                            <a:srgbClr val="404040"/>
                          </a:solidFill>
                        </a:rPr>
                        <a:t>运算符，将一个数的各二进制位全部右移若干位，正数左补0，负数左补1，右边丢弃。</a:t>
                      </a:r>
                      <a:endParaRPr lang="zh-CN" altLang="en-US">
                        <a:solidFill>
                          <a:srgbClr val="404040"/>
                        </a:solidFill>
                      </a:endParaRPr>
                    </a:p>
                  </a:txBody>
                  <a:tcPr>
                    <a:lnL w="9525">
                      <a:solidFill>
                        <a:srgbClr val="848587"/>
                      </a:solidFill>
                      <a:prstDash val="sysDash"/>
                    </a:lnL>
                    <a:lnR w="9525">
                      <a:solidFill>
                        <a:srgbClr val="848587"/>
                      </a:solidFill>
                      <a:prstDash val="sysDash"/>
                    </a:lnR>
                    <a:lnT w="9525">
                      <a:solidFill>
                        <a:srgbClr val="848587"/>
                      </a:solidFill>
                      <a:prstDash val="sysDash"/>
                    </a:lnT>
                    <a:lnB w="28575">
                      <a:solidFill>
                        <a:srgbClr val="848587"/>
                      </a:solidFill>
                      <a:prstDash val="solid"/>
                    </a:lnB>
                    <a:solidFill>
                      <a:srgbClr val="F2F2F2"/>
                    </a:solidFill>
                  </a:tcPr>
                </a:tc>
              </a:tr>
            </a:tbl>
          </a:graphicData>
        </a:graphic>
      </p:graphicFrame>
      <p:graphicFrame>
        <p:nvGraphicFramePr>
          <p:cNvPr id="5" name="表格 4"/>
          <p:cNvGraphicFramePr/>
          <p:nvPr>
            <p:custDataLst>
              <p:tags r:id="rId2"/>
            </p:custDataLst>
          </p:nvPr>
        </p:nvGraphicFramePr>
        <p:xfrm>
          <a:off x="5910482" y="1599944"/>
          <a:ext cx="6035040" cy="1191260"/>
        </p:xfrm>
        <a:graphic>
          <a:graphicData uri="http://schemas.openxmlformats.org/drawingml/2006/table">
            <a:tbl>
              <a:tblPr firstRow="1" bandRow="1">
                <a:tableStyleId>{5C22544A-7EE6-4342-B048-85BDC9FD1C3A}</a:tableStyleId>
              </a:tblPr>
              <a:tblGrid>
                <a:gridCol w="1259840"/>
                <a:gridCol w="1193800"/>
                <a:gridCol w="1193800"/>
                <a:gridCol w="1193800"/>
                <a:gridCol w="1193800"/>
              </a:tblGrid>
              <a:tr h="614045">
                <a:tc>
                  <a:txBody>
                    <a:bodyPr/>
                    <a:p>
                      <a:pPr indent="0" algn="ctr">
                        <a:lnSpc>
                          <a:spcPct val="120000"/>
                        </a:lnSpc>
                        <a:spcBef>
                          <a:spcPts val="0"/>
                        </a:spcBef>
                        <a:spcAft>
                          <a:spcPts val="0"/>
                        </a:spcAft>
                        <a:buNone/>
                      </a:pPr>
                      <a:r>
                        <a:rPr lang="en-US" altLang="zh-CN" sz="1900" b="1" spc="130">
                          <a:solidFill>
                            <a:srgbClr val="646464"/>
                          </a:solidFill>
                          <a:latin typeface="微软雅黑" panose="020B0503020204020204" pitchFamily="34" charset="-122"/>
                          <a:ea typeface="微软雅黑" panose="020B0503020204020204" pitchFamily="34" charset="-122"/>
                        </a:rPr>
                        <a:t>A</a:t>
                      </a:r>
                      <a:endParaRPr lang="en-US" altLang="zh-CN"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buNone/>
                      </a:pPr>
                      <a:r>
                        <a:rPr lang="en-US" altLang="zh-CN" sz="1900" b="1" spc="130">
                          <a:solidFill>
                            <a:srgbClr val="646464"/>
                          </a:solidFill>
                          <a:latin typeface="微软雅黑" panose="020B0503020204020204" pitchFamily="34" charset="-122"/>
                          <a:ea typeface="微软雅黑" panose="020B0503020204020204" pitchFamily="34" charset="-122"/>
                        </a:rPr>
                        <a:t>1</a:t>
                      </a:r>
                      <a:endParaRPr lang="en-US" altLang="zh-CN"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buNone/>
                      </a:pPr>
                      <a:r>
                        <a:rPr lang="en-US" altLang="zh-CN" sz="1900" b="1" spc="130">
                          <a:solidFill>
                            <a:srgbClr val="646464"/>
                          </a:solidFill>
                          <a:latin typeface="微软雅黑" panose="020B0503020204020204" pitchFamily="34" charset="-122"/>
                          <a:ea typeface="微软雅黑" panose="020B0503020204020204" pitchFamily="34" charset="-122"/>
                        </a:rPr>
                        <a:t>1</a:t>
                      </a:r>
                      <a:endParaRPr lang="en-US" altLang="zh-CN"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buNone/>
                      </a:pPr>
                      <a:r>
                        <a:rPr lang="en-US" altLang="zh-CN" sz="1900" b="1" spc="130">
                          <a:solidFill>
                            <a:srgbClr val="646464"/>
                          </a:solidFill>
                          <a:latin typeface="微软雅黑" panose="020B0503020204020204" pitchFamily="34" charset="-122"/>
                          <a:ea typeface="微软雅黑" panose="020B0503020204020204" pitchFamily="34" charset="-122"/>
                        </a:rPr>
                        <a:t>0</a:t>
                      </a:r>
                      <a:endParaRPr lang="en-US" altLang="zh-CN"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buNone/>
                      </a:pPr>
                      <a:r>
                        <a:rPr lang="en-US" altLang="zh-CN" sz="1900" b="1" spc="130">
                          <a:solidFill>
                            <a:srgbClr val="646464"/>
                          </a:solidFill>
                          <a:latin typeface="微软雅黑" panose="020B0503020204020204" pitchFamily="34" charset="-122"/>
                          <a:ea typeface="微软雅黑" panose="020B0503020204020204" pitchFamily="34" charset="-122"/>
                        </a:rPr>
                        <a:t>1</a:t>
                      </a:r>
                      <a:endParaRPr lang="en-US" altLang="zh-CN"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r h="577215">
                <a:tc>
                  <a:txBody>
                    <a:bodyPr/>
                    <a:p>
                      <a:pPr indent="0" algn="ctr">
                        <a:lnSpc>
                          <a:spcPct val="120000"/>
                        </a:lnSpc>
                        <a:spcBef>
                          <a:spcPts val="0"/>
                        </a:spcBef>
                        <a:spcAft>
                          <a:spcPts val="0"/>
                        </a:spcAft>
                        <a:buNone/>
                      </a:pPr>
                      <a:r>
                        <a:rPr lang="en-US" altLang="zh-CN" sz="1700" b="0" spc="130">
                          <a:solidFill>
                            <a:srgbClr val="646464"/>
                          </a:solidFill>
                          <a:latin typeface="微软雅黑" panose="020B0503020204020204" pitchFamily="34" charset="-122"/>
                          <a:ea typeface="微软雅黑" panose="020B0503020204020204" pitchFamily="34" charset="-122"/>
                        </a:rPr>
                        <a:t>B</a:t>
                      </a:r>
                      <a:endParaRPr lang="en-US" altLang="zh-CN" sz="1700" b="0"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buNone/>
                      </a:pPr>
                      <a:r>
                        <a:rPr lang="en-US" altLang="zh-CN" sz="1700" b="0" spc="130">
                          <a:solidFill>
                            <a:srgbClr val="404040"/>
                          </a:solidFill>
                          <a:latin typeface="微软雅黑" panose="020B0503020204020204" pitchFamily="34" charset="-122"/>
                          <a:ea typeface="微软雅黑" panose="020B0503020204020204" pitchFamily="34" charset="-122"/>
                        </a:rPr>
                        <a:t>0</a:t>
                      </a:r>
                      <a:endParaRPr lang="en-US" altLang="zh-CN" sz="17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buNone/>
                      </a:pPr>
                      <a:r>
                        <a:rPr lang="en-US" altLang="zh-CN" sz="1700" b="0" spc="130">
                          <a:solidFill>
                            <a:srgbClr val="404040"/>
                          </a:solidFill>
                          <a:latin typeface="微软雅黑" panose="020B0503020204020204" pitchFamily="34" charset="-122"/>
                          <a:ea typeface="微软雅黑" panose="020B0503020204020204" pitchFamily="34" charset="-122"/>
                        </a:rPr>
                        <a:t>1</a:t>
                      </a:r>
                      <a:endParaRPr lang="en-US" altLang="zh-CN" sz="17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buNone/>
                      </a:pPr>
                      <a:r>
                        <a:rPr lang="en-US" altLang="zh-CN" sz="1700" b="0" spc="130">
                          <a:solidFill>
                            <a:srgbClr val="404040"/>
                          </a:solidFill>
                          <a:latin typeface="微软雅黑" panose="020B0503020204020204" pitchFamily="34" charset="-122"/>
                          <a:ea typeface="微软雅黑" panose="020B0503020204020204" pitchFamily="34" charset="-122"/>
                        </a:rPr>
                        <a:t>1</a:t>
                      </a:r>
                      <a:endParaRPr lang="en-US" altLang="zh-CN" sz="17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buNone/>
                      </a:pPr>
                      <a:r>
                        <a:rPr lang="en-US" altLang="zh-CN" sz="1700" b="0" spc="130">
                          <a:solidFill>
                            <a:srgbClr val="404040"/>
                          </a:solidFill>
                          <a:latin typeface="微软雅黑" panose="020B0503020204020204" pitchFamily="34" charset="-122"/>
                          <a:ea typeface="微软雅黑" panose="020B0503020204020204" pitchFamily="34" charset="-122"/>
                        </a:rPr>
                        <a:t>0</a:t>
                      </a:r>
                      <a:endParaRPr lang="en-US" altLang="zh-CN" sz="17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bl>
          </a:graphicData>
        </a:graphic>
      </p:graphicFrame>
      <p:pic>
        <p:nvPicPr>
          <p:cNvPr id="6" name="图片 5"/>
          <p:cNvPicPr>
            <a:picLocks noChangeAspect="1"/>
          </p:cNvPicPr>
          <p:nvPr/>
        </p:nvPicPr>
        <p:blipFill>
          <a:blip r:embed="rId3"/>
          <a:stretch>
            <a:fillRect/>
          </a:stretch>
        </p:blipFill>
        <p:spPr>
          <a:xfrm>
            <a:off x="5880100" y="2853055"/>
            <a:ext cx="3752850" cy="1600200"/>
          </a:xfrm>
          <a:prstGeom prst="rect">
            <a:avLst/>
          </a:prstGeom>
        </p:spPr>
      </p:pic>
      <p:sp>
        <p:nvSpPr>
          <p:cNvPr id="7" name="文本框 6"/>
          <p:cNvSpPr txBox="1"/>
          <p:nvPr/>
        </p:nvSpPr>
        <p:spPr>
          <a:xfrm>
            <a:off x="6242050" y="4989195"/>
            <a:ext cx="4064000" cy="368300"/>
          </a:xfrm>
          <a:prstGeom prst="rect">
            <a:avLst/>
          </a:prstGeom>
          <a:noFill/>
        </p:spPr>
        <p:txBody>
          <a:bodyPr wrap="square" rtlCol="0">
            <a:spAutoFit/>
          </a:bodyPr>
          <a:p>
            <a:r>
              <a:rPr lang="zh-CN" altLang="en-US">
                <a:solidFill>
                  <a:srgbClr val="FF0000"/>
                </a:solidFill>
              </a:rPr>
              <a:t>若想把两个</a:t>
            </a:r>
            <a:r>
              <a:rPr lang="en-US" altLang="zh-CN">
                <a:solidFill>
                  <a:srgbClr val="FF0000"/>
                </a:solidFill>
              </a:rPr>
              <a:t>u8</a:t>
            </a:r>
            <a:r>
              <a:rPr lang="zh-CN" altLang="en-US">
                <a:solidFill>
                  <a:srgbClr val="FF0000"/>
                </a:solidFill>
              </a:rPr>
              <a:t>拼接成一个</a:t>
            </a:r>
            <a:r>
              <a:rPr lang="en-US" altLang="zh-CN">
                <a:solidFill>
                  <a:srgbClr val="FF0000"/>
                </a:solidFill>
              </a:rPr>
              <a:t>u16</a:t>
            </a:r>
            <a:r>
              <a:rPr lang="zh-CN" altLang="en-US">
                <a:solidFill>
                  <a:srgbClr val="FF0000"/>
                </a:solidFill>
              </a:rPr>
              <a:t>怎么做？</a:t>
            </a:r>
            <a:endParaRPr lang="zh-CN" altLang="en-US">
              <a:solidFill>
                <a:srgbClr val="FF0000"/>
              </a:solidFill>
            </a:endParaRPr>
          </a:p>
        </p:txBody>
      </p:sp>
      <p:sp>
        <p:nvSpPr>
          <p:cNvPr id="8" name="文本框 7"/>
          <p:cNvSpPr txBox="1"/>
          <p:nvPr/>
        </p:nvSpPr>
        <p:spPr>
          <a:xfrm>
            <a:off x="6671945" y="5804535"/>
            <a:ext cx="4115435" cy="553085"/>
          </a:xfrm>
          <a:prstGeom prst="rect">
            <a:avLst/>
          </a:prstGeom>
          <a:noFill/>
        </p:spPr>
        <p:txBody>
          <a:bodyPr wrap="square" rtlCol="0">
            <a:noAutofit/>
          </a:bodyPr>
          <a:p>
            <a:r>
              <a:rPr lang="en-US" altLang="zh-CN"/>
              <a:t>num3 = (num1&lt;&lt;8)|num2;</a:t>
            </a:r>
            <a:endParaRPr lang="en-US" altLang="zh-CN"/>
          </a:p>
          <a:p>
            <a:endParaRPr lang="en-US" altLang="zh-CN"/>
          </a:p>
          <a:p>
            <a:endParaRPr lang="en-US" altLang="zh-CN"/>
          </a:p>
        </p:txBody>
      </p:sp>
      <p:sp>
        <p:nvSpPr>
          <p:cNvPr id="12" name="文本框 11"/>
          <p:cNvSpPr txBox="1"/>
          <p:nvPr/>
        </p:nvSpPr>
        <p:spPr>
          <a:xfrm>
            <a:off x="6600190" y="5229225"/>
            <a:ext cx="4064000" cy="645160"/>
          </a:xfrm>
          <a:prstGeom prst="rect">
            <a:avLst/>
          </a:prstGeom>
          <a:noFill/>
        </p:spPr>
        <p:txBody>
          <a:bodyPr wrap="square" rtlCol="0">
            <a:spAutoFit/>
          </a:bodyPr>
          <a:p>
            <a:r>
              <a:rPr lang="en-US" altLang="zh-CN"/>
              <a:t>u8 num1 = 1,num2 = 2;</a:t>
            </a:r>
            <a:endParaRPr lang="en-US" altLang="zh-CN"/>
          </a:p>
          <a:p>
            <a:r>
              <a:rPr lang="en-US" altLang="zh-CN"/>
              <a:t>u16 num3;</a:t>
            </a:r>
            <a:endParaRPr lang="en-US" altLang="zh-CN"/>
          </a:p>
        </p:txBody>
      </p:sp>
      <p:sp>
        <p:nvSpPr>
          <p:cNvPr id="13" name="文本框 12"/>
          <p:cNvSpPr txBox="1"/>
          <p:nvPr/>
        </p:nvSpPr>
        <p:spPr>
          <a:xfrm>
            <a:off x="6528435" y="6309360"/>
            <a:ext cx="4064000" cy="368300"/>
          </a:xfrm>
          <a:prstGeom prst="rect">
            <a:avLst/>
          </a:prstGeom>
          <a:noFill/>
        </p:spPr>
        <p:txBody>
          <a:bodyPr wrap="square" rtlCol="0">
            <a:spAutoFit/>
          </a:bodyPr>
          <a:p>
            <a:r>
              <a:rPr lang="zh-CN" altLang="en-US"/>
              <a:t>输出：</a:t>
            </a:r>
            <a:r>
              <a:rPr lang="en-US" altLang="zh-CN"/>
              <a:t>num3 = 12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up)">
                                      <p:cBhvr>
                                        <p:cTn id="8" dur="5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p:tgtEl>
                                          <p:spTgt spid="12"/>
                                        </p:tgtEl>
                                        <p:attrNameLst>
                                          <p:attrName>ppt_y</p:attrName>
                                        </p:attrNameLst>
                                      </p:cBhvr>
                                      <p:tavLst>
                                        <p:tav tm="0">
                                          <p:val>
                                            <p:strVal val="#ppt_y+#ppt_h*1.125000"/>
                                          </p:val>
                                        </p:tav>
                                        <p:tav tm="100000">
                                          <p:val>
                                            <p:strVal val="#ppt_y"/>
                                          </p:val>
                                        </p:tav>
                                      </p:tavLst>
                                    </p:anim>
                                    <p:animEffect transition="in" filter="wipe(up)">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additive="base">
                                        <p:cTn id="19"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up)">
                                      <p:cBhvr>
                                        <p:cTn id="20" dur="500"/>
                                        <p:tgtEl>
                                          <p:spTgt spid="8">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ox(in)">
                                      <p:cBhvr>
                                        <p:cTn id="25"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2" grpId="0"/>
      <p:bldP spid="12" grpId="1"/>
      <p:bldP spid="13" grpId="0"/>
      <p:bldP spid="13"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杂项运算符</a:t>
            </a:r>
            <a:endParaRPr lang="zh-CN" altLang="en-US"/>
          </a:p>
        </p:txBody>
      </p:sp>
      <p:pic>
        <p:nvPicPr>
          <p:cNvPr id="4" name="内容占位符 3"/>
          <p:cNvPicPr>
            <a:picLocks noChangeAspect="1"/>
          </p:cNvPicPr>
          <p:nvPr>
            <p:ph idx="1"/>
          </p:nvPr>
        </p:nvPicPr>
        <p:blipFill>
          <a:blip r:embed="rId1"/>
          <a:stretch>
            <a:fillRect/>
          </a:stretch>
        </p:blipFill>
        <p:spPr>
          <a:xfrm>
            <a:off x="2289175" y="1672590"/>
            <a:ext cx="7094220" cy="2833370"/>
          </a:xfrm>
          <a:prstGeom prst="rect">
            <a:avLst/>
          </a:prstGeom>
        </p:spPr>
      </p:pic>
      <p:pic>
        <p:nvPicPr>
          <p:cNvPr id="6" name="图片 5"/>
          <p:cNvPicPr>
            <a:picLocks noChangeAspect="1"/>
          </p:cNvPicPr>
          <p:nvPr/>
        </p:nvPicPr>
        <p:blipFill>
          <a:blip r:embed="rId2"/>
          <a:stretch>
            <a:fillRect/>
          </a:stretch>
        </p:blipFill>
        <p:spPr>
          <a:xfrm>
            <a:off x="3449955" y="4906645"/>
            <a:ext cx="4772025" cy="12001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运算符优先级</a:t>
            </a:r>
            <a:endParaRPr lang="zh-CN" altLang="en-US"/>
          </a:p>
        </p:txBody>
      </p:sp>
      <p:pic>
        <p:nvPicPr>
          <p:cNvPr id="4" name="内容占位符 3"/>
          <p:cNvPicPr>
            <a:picLocks noChangeAspect="1"/>
          </p:cNvPicPr>
          <p:nvPr>
            <p:ph idx="1"/>
          </p:nvPr>
        </p:nvPicPr>
        <p:blipFill>
          <a:blip r:embed="rId1"/>
          <a:stretch>
            <a:fillRect/>
          </a:stretch>
        </p:blipFill>
        <p:spPr>
          <a:xfrm>
            <a:off x="2849245" y="1417955"/>
            <a:ext cx="6493510" cy="49936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887220" y="895985"/>
            <a:ext cx="9535160" cy="368300"/>
          </a:xfrm>
          <a:prstGeom prst="rect">
            <a:avLst/>
          </a:prstGeom>
          <a:noFill/>
        </p:spPr>
        <p:txBody>
          <a:bodyPr wrap="square" rtlCol="0">
            <a:spAutoFit/>
          </a:bodyPr>
          <a:p>
            <a:endParaRPr lang="zh-CN" altLang="en-US"/>
          </a:p>
        </p:txBody>
      </p:sp>
      <p:sp>
        <p:nvSpPr>
          <p:cNvPr id="5" name="文本框 4"/>
          <p:cNvSpPr txBox="1"/>
          <p:nvPr/>
        </p:nvSpPr>
        <p:spPr>
          <a:xfrm>
            <a:off x="1459230" y="1950085"/>
            <a:ext cx="9641840" cy="3907790"/>
          </a:xfrm>
          <a:prstGeom prst="rect">
            <a:avLst/>
          </a:prstGeom>
          <a:noFill/>
        </p:spPr>
        <p:txBody>
          <a:bodyPr wrap="square" rtlCol="0">
            <a:spAutoFit/>
          </a:bodyPr>
          <a:p>
            <a:r>
              <a:rPr lang="zh-CN" altLang="en-US" sz="4000" b="1"/>
              <a:t>程序的基本流程结构</a:t>
            </a:r>
            <a:r>
              <a:rPr lang="zh-CN" altLang="en-US" sz="4000"/>
              <a:t>：</a:t>
            </a:r>
            <a:endParaRPr lang="zh-CN" altLang="en-US" sz="4000"/>
          </a:p>
          <a:p>
            <a:r>
              <a:rPr lang="en-US" altLang="zh-CN" sz="3200">
                <a:solidFill>
                  <a:srgbClr val="FF0000"/>
                </a:solidFill>
                <a:latin typeface="+mn-ea"/>
                <a:cs typeface="+mn-ea"/>
              </a:rPr>
              <a:t>c/c++</a:t>
            </a:r>
            <a:r>
              <a:rPr lang="zh-CN" altLang="en-US" sz="3200">
                <a:solidFill>
                  <a:srgbClr val="FF0000"/>
                </a:solidFill>
                <a:latin typeface="+mn-ea"/>
                <a:cs typeface="+mn-ea"/>
              </a:rPr>
              <a:t>中最基本的三种程序运行结构：顺序结构、选择结构、循环结构</a:t>
            </a:r>
            <a:endParaRPr lang="zh-CN" altLang="en-US" sz="3200">
              <a:solidFill>
                <a:srgbClr val="FF0000"/>
              </a:solidFill>
              <a:latin typeface="+mn-ea"/>
              <a:cs typeface="+mn-ea"/>
            </a:endParaRPr>
          </a:p>
          <a:p>
            <a:r>
              <a:rPr lang="zh-CN" altLang="en-US" sz="2400">
                <a:latin typeface="+mn-ea"/>
                <a:cs typeface="+mn-ea"/>
              </a:rPr>
              <a:t>•顺序结构：程序按顺序执行，不发生跳转</a:t>
            </a:r>
            <a:endParaRPr lang="zh-CN" altLang="en-US" sz="2400">
              <a:latin typeface="+mn-ea"/>
              <a:cs typeface="+mn-ea"/>
            </a:endParaRPr>
          </a:p>
          <a:p>
            <a:r>
              <a:rPr lang="zh-CN" altLang="en-US" sz="2400">
                <a:latin typeface="+mn-ea"/>
                <a:cs typeface="+mn-ea"/>
                <a:sym typeface="+mn-ea"/>
              </a:rPr>
              <a:t>•选择结构：依据条件是否满足，有选择的执行相应的功能</a:t>
            </a:r>
            <a:endParaRPr lang="zh-CN" altLang="en-US" sz="2400">
              <a:latin typeface="+mn-ea"/>
              <a:cs typeface="+mn-ea"/>
              <a:sym typeface="+mn-ea"/>
            </a:endParaRPr>
          </a:p>
          <a:p>
            <a:r>
              <a:rPr lang="zh-CN" altLang="en-US" sz="2400">
                <a:latin typeface="+mn-ea"/>
                <a:cs typeface="+mn-ea"/>
                <a:sym typeface="+mn-ea"/>
              </a:rPr>
              <a:t>•循环结构：依据条件是否满足，循环多次执行某段代码</a:t>
            </a:r>
            <a:endParaRPr lang="zh-CN" altLang="en-US" sz="2400">
              <a:latin typeface="+mn-ea"/>
              <a:cs typeface="+mn-ea"/>
              <a:sym typeface="+mn-ea"/>
            </a:endParaRPr>
          </a:p>
          <a:p>
            <a:endParaRPr lang="zh-CN" altLang="en-US">
              <a:latin typeface="+mn-ea"/>
              <a:cs typeface="+mn-ea"/>
              <a:sym typeface="+mn-ea"/>
            </a:endParaRPr>
          </a:p>
          <a:p>
            <a:endParaRPr lang="zh-CN" altLang="en-US">
              <a:latin typeface="+mn-ea"/>
              <a:cs typeface="+mn-ea"/>
              <a:sym typeface="+mn-ea"/>
            </a:endParaRPr>
          </a:p>
          <a:p>
            <a:endParaRPr lang="zh-CN" altLang="en-US"/>
          </a:p>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828800" y="519430"/>
            <a:ext cx="8872220" cy="645160"/>
          </a:xfrm>
          <a:prstGeom prst="rect">
            <a:avLst/>
          </a:prstGeom>
          <a:noFill/>
        </p:spPr>
        <p:txBody>
          <a:bodyPr wrap="square" rtlCol="0">
            <a:spAutoFit/>
          </a:bodyPr>
          <a:p>
            <a:pPr algn="ctr"/>
            <a:r>
              <a:rPr lang="zh-CN" altLang="en-US" sz="3600" b="1">
                <a:solidFill>
                  <a:srgbClr val="FF0000"/>
                </a:solidFill>
              </a:rPr>
              <a:t>选择结构</a:t>
            </a:r>
            <a:endParaRPr lang="zh-CN" altLang="en-US" sz="3600" b="1">
              <a:solidFill>
                <a:srgbClr val="FF0000"/>
              </a:solidFill>
            </a:endParaRPr>
          </a:p>
        </p:txBody>
      </p:sp>
      <p:pic>
        <p:nvPicPr>
          <p:cNvPr id="5" name="图片 4"/>
          <p:cNvPicPr>
            <a:picLocks noChangeAspect="1"/>
          </p:cNvPicPr>
          <p:nvPr/>
        </p:nvPicPr>
        <p:blipFill>
          <a:blip r:embed="rId1" cstate="print"/>
          <a:stretch>
            <a:fillRect/>
          </a:stretch>
        </p:blipFill>
        <p:spPr>
          <a:xfrm>
            <a:off x="674114" y="2421962"/>
            <a:ext cx="2851270" cy="1519865"/>
          </a:xfrm>
          <a:prstGeom prst="rect">
            <a:avLst/>
          </a:prstGeom>
        </p:spPr>
      </p:pic>
      <p:grpSp>
        <p:nvGrpSpPr>
          <p:cNvPr id="20" name="组合 19"/>
          <p:cNvGrpSpPr/>
          <p:nvPr/>
        </p:nvGrpSpPr>
        <p:grpSpPr>
          <a:xfrm>
            <a:off x="3767973" y="1455309"/>
            <a:ext cx="3688895" cy="3073950"/>
            <a:chOff x="6350040" y="1690688"/>
            <a:chExt cx="4691976" cy="3909816"/>
          </a:xfrm>
        </p:grpSpPr>
        <p:cxnSp>
          <p:nvCxnSpPr>
            <p:cNvPr id="8" name="直接箭头连接符 7"/>
            <p:cNvCxnSpPr/>
            <p:nvPr/>
          </p:nvCxnSpPr>
          <p:spPr>
            <a:xfrm>
              <a:off x="8649325" y="1690688"/>
              <a:ext cx="0" cy="71429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9" name="流程图: 决策 8"/>
            <p:cNvSpPr/>
            <p:nvPr/>
          </p:nvSpPr>
          <p:spPr>
            <a:xfrm>
              <a:off x="7689954" y="2404985"/>
              <a:ext cx="1918742" cy="106617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mtClean="0"/>
                <a:t>条件</a:t>
              </a:r>
              <a:endParaRPr lang="zh-CN" altLang="en-US"/>
            </a:p>
          </p:txBody>
        </p:sp>
        <p:sp>
          <p:nvSpPr>
            <p:cNvPr id="10" name="任意多边形 9"/>
            <p:cNvSpPr/>
            <p:nvPr/>
          </p:nvSpPr>
          <p:spPr>
            <a:xfrm>
              <a:off x="6760564" y="2953062"/>
              <a:ext cx="929390" cy="869429"/>
            </a:xfrm>
            <a:custGeom>
              <a:avLst/>
              <a:gdLst>
                <a:gd name="connsiteX0" fmla="*/ 929390 w 929390"/>
                <a:gd name="connsiteY0" fmla="*/ 0 h 869429"/>
                <a:gd name="connsiteX1" fmla="*/ 0 w 929390"/>
                <a:gd name="connsiteY1" fmla="*/ 0 h 869429"/>
                <a:gd name="connsiteX2" fmla="*/ 0 w 929390"/>
                <a:gd name="connsiteY2" fmla="*/ 869429 h 869429"/>
              </a:gdLst>
              <a:ahLst/>
              <a:cxnLst>
                <a:cxn ang="0">
                  <a:pos x="connsiteX0" y="connsiteY0"/>
                </a:cxn>
                <a:cxn ang="0">
                  <a:pos x="connsiteX1" y="connsiteY1"/>
                </a:cxn>
                <a:cxn ang="0">
                  <a:pos x="connsiteX2" y="connsiteY2"/>
                </a:cxn>
              </a:cxnLst>
              <a:rect l="l" t="t" r="r" b="b"/>
              <a:pathLst>
                <a:path w="929390" h="869429">
                  <a:moveTo>
                    <a:pt x="929390" y="0"/>
                  </a:moveTo>
                  <a:lnTo>
                    <a:pt x="0" y="0"/>
                  </a:lnTo>
                  <a:lnTo>
                    <a:pt x="0" y="869429"/>
                  </a:lnTo>
                </a:path>
              </a:pathLst>
            </a:custGeom>
            <a:noFill/>
            <a:ln>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任意多边形 13"/>
            <p:cNvSpPr/>
            <p:nvPr/>
          </p:nvSpPr>
          <p:spPr>
            <a:xfrm flipH="1">
              <a:off x="9608696" y="2944337"/>
              <a:ext cx="1010700" cy="869429"/>
            </a:xfrm>
            <a:custGeom>
              <a:avLst/>
              <a:gdLst>
                <a:gd name="connsiteX0" fmla="*/ 929390 w 929390"/>
                <a:gd name="connsiteY0" fmla="*/ 0 h 869429"/>
                <a:gd name="connsiteX1" fmla="*/ 0 w 929390"/>
                <a:gd name="connsiteY1" fmla="*/ 0 h 869429"/>
                <a:gd name="connsiteX2" fmla="*/ 0 w 929390"/>
                <a:gd name="connsiteY2" fmla="*/ 869429 h 869429"/>
              </a:gdLst>
              <a:ahLst/>
              <a:cxnLst>
                <a:cxn ang="0">
                  <a:pos x="connsiteX0" y="connsiteY0"/>
                </a:cxn>
                <a:cxn ang="0">
                  <a:pos x="connsiteX1" y="connsiteY1"/>
                </a:cxn>
                <a:cxn ang="0">
                  <a:pos x="connsiteX2" y="connsiteY2"/>
                </a:cxn>
              </a:cxnLst>
              <a:rect l="l" t="t" r="r" b="b"/>
              <a:pathLst>
                <a:path w="929390" h="869429">
                  <a:moveTo>
                    <a:pt x="929390" y="0"/>
                  </a:moveTo>
                  <a:lnTo>
                    <a:pt x="0" y="0"/>
                  </a:lnTo>
                  <a:lnTo>
                    <a:pt x="0" y="869429"/>
                  </a:lnTo>
                </a:path>
              </a:pathLst>
            </a:custGeom>
            <a:noFill/>
            <a:ln>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矩形 10"/>
            <p:cNvSpPr/>
            <p:nvPr/>
          </p:nvSpPr>
          <p:spPr>
            <a:xfrm>
              <a:off x="10196775" y="3822491"/>
              <a:ext cx="845241" cy="5393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mtClean="0"/>
                <a:t>B</a:t>
              </a:r>
              <a:endParaRPr lang="zh-CN" altLang="en-US"/>
            </a:p>
          </p:txBody>
        </p:sp>
        <p:sp>
          <p:nvSpPr>
            <p:cNvPr id="16" name="矩形 15"/>
            <p:cNvSpPr/>
            <p:nvPr/>
          </p:nvSpPr>
          <p:spPr>
            <a:xfrm>
              <a:off x="6350040" y="3813766"/>
              <a:ext cx="845241" cy="5393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A</a:t>
              </a:r>
              <a:endParaRPr lang="zh-CN" altLang="en-US"/>
            </a:p>
          </p:txBody>
        </p:sp>
        <p:sp>
          <p:nvSpPr>
            <p:cNvPr id="13" name="任意多边形 12"/>
            <p:cNvSpPr/>
            <p:nvPr/>
          </p:nvSpPr>
          <p:spPr>
            <a:xfrm>
              <a:off x="6760565" y="4363278"/>
              <a:ext cx="3858832" cy="522929"/>
            </a:xfrm>
            <a:custGeom>
              <a:avLst/>
              <a:gdLst>
                <a:gd name="connsiteX0" fmla="*/ 0 w 3925956"/>
                <a:gd name="connsiteY0" fmla="*/ 0 h 397565"/>
                <a:gd name="connsiteX1" fmla="*/ 0 w 3925956"/>
                <a:gd name="connsiteY1" fmla="*/ 397565 h 397565"/>
                <a:gd name="connsiteX2" fmla="*/ 3925956 w 3925956"/>
                <a:gd name="connsiteY2" fmla="*/ 397565 h 397565"/>
                <a:gd name="connsiteX3" fmla="*/ 3925956 w 3925956"/>
                <a:gd name="connsiteY3" fmla="*/ 9939 h 397565"/>
              </a:gdLst>
              <a:ahLst/>
              <a:cxnLst>
                <a:cxn ang="0">
                  <a:pos x="connsiteX0" y="connsiteY0"/>
                </a:cxn>
                <a:cxn ang="0">
                  <a:pos x="connsiteX1" y="connsiteY1"/>
                </a:cxn>
                <a:cxn ang="0">
                  <a:pos x="connsiteX2" y="connsiteY2"/>
                </a:cxn>
                <a:cxn ang="0">
                  <a:pos x="connsiteX3" y="connsiteY3"/>
                </a:cxn>
              </a:cxnLst>
              <a:rect l="l" t="t" r="r" b="b"/>
              <a:pathLst>
                <a:path w="3925956" h="397565">
                  <a:moveTo>
                    <a:pt x="0" y="0"/>
                  </a:moveTo>
                  <a:lnTo>
                    <a:pt x="0" y="397565"/>
                  </a:lnTo>
                  <a:lnTo>
                    <a:pt x="3925956" y="397565"/>
                  </a:lnTo>
                  <a:lnTo>
                    <a:pt x="3925956" y="9939"/>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9" name="直接箭头连接符 18"/>
            <p:cNvCxnSpPr/>
            <p:nvPr/>
          </p:nvCxnSpPr>
          <p:spPr>
            <a:xfrm>
              <a:off x="8649325" y="4886207"/>
              <a:ext cx="0" cy="71429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grpSp>
      <p:sp>
        <p:nvSpPr>
          <p:cNvPr id="27" name="MH_Other_2"/>
          <p:cNvSpPr/>
          <p:nvPr>
            <p:custDataLst>
              <p:tags r:id="rId2"/>
            </p:custDataLst>
          </p:nvPr>
        </p:nvSpPr>
        <p:spPr>
          <a:xfrm rot="9749914">
            <a:off x="5183595" y="892548"/>
            <a:ext cx="4214088" cy="4577709"/>
          </a:xfrm>
          <a:custGeom>
            <a:avLst/>
            <a:gdLst/>
            <a:ahLst/>
            <a:cxnLst/>
            <a:rect l="l" t="t" r="r" b="b"/>
            <a:pathLst>
              <a:path w="1372652" h="1620180">
                <a:moveTo>
                  <a:pt x="1372652" y="0"/>
                </a:moveTo>
                <a:lnTo>
                  <a:pt x="1372652" y="8290"/>
                </a:lnTo>
                <a:lnTo>
                  <a:pt x="1267108" y="321406"/>
                </a:lnTo>
                <a:cubicBezTo>
                  <a:pt x="714776" y="349913"/>
                  <a:pt x="283078" y="628566"/>
                  <a:pt x="283078" y="967607"/>
                </a:cubicBezTo>
                <a:cubicBezTo>
                  <a:pt x="283078" y="1328013"/>
                  <a:pt x="770897" y="1620180"/>
                  <a:pt x="1372652" y="1620180"/>
                </a:cubicBezTo>
                <a:cubicBezTo>
                  <a:pt x="614558" y="1620180"/>
                  <a:pt x="0" y="1257490"/>
                  <a:pt x="0" y="810090"/>
                </a:cubicBezTo>
                <a:cubicBezTo>
                  <a:pt x="0" y="362690"/>
                  <a:pt x="614558" y="0"/>
                  <a:pt x="1372652" y="0"/>
                </a:cubicBezTo>
                <a:close/>
              </a:path>
            </a:pathLst>
          </a:custGeom>
          <a:gradFill flip="none" rotWithShape="1">
            <a:gsLst>
              <a:gs pos="0">
                <a:schemeClr val="accent1">
                  <a:lumMod val="20000"/>
                  <a:lumOff val="80000"/>
                </a:schemeClr>
              </a:gs>
              <a:gs pos="100000">
                <a:schemeClr val="accent1"/>
              </a:gs>
            </a:gsLst>
            <a:lin ang="16200000" scaled="1"/>
            <a:tileRect/>
          </a:gradFill>
          <a:ln>
            <a:noFill/>
          </a:ln>
          <a:effectLst>
            <a:outerShdw blurRad="50800" dist="38100" dir="5400000" algn="t" rotWithShape="0">
              <a:schemeClr val="accent1">
                <a:lumMod val="50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8" name="矩形 17"/>
          <p:cNvSpPr/>
          <p:nvPr/>
        </p:nvSpPr>
        <p:spPr>
          <a:xfrm>
            <a:off x="9183499" y="1950094"/>
            <a:ext cx="2557670" cy="368300"/>
          </a:xfrm>
          <a:prstGeom prst="rect">
            <a:avLst/>
          </a:prstGeom>
        </p:spPr>
        <p:txBody>
          <a:bodyPr wrap="square">
            <a:spAutoFit/>
          </a:bodyPr>
          <a:p>
            <a:r>
              <a:rPr lang="zh-CN" altLang="en-US" b="1">
                <a:solidFill>
                  <a:schemeClr val="accent1"/>
                </a:solidFill>
              </a:rPr>
              <a:t>主要有两种选择语句</a:t>
            </a:r>
            <a:endParaRPr lang="zh-CN" altLang="en-US" b="1">
              <a:solidFill>
                <a:schemeClr val="accent1"/>
              </a:solidFill>
            </a:endParaRPr>
          </a:p>
        </p:txBody>
      </p:sp>
      <p:sp>
        <p:nvSpPr>
          <p:cNvPr id="33" name="MH_Text_2"/>
          <p:cNvSpPr>
            <a:spLocks noChangeArrowheads="1"/>
          </p:cNvSpPr>
          <p:nvPr>
            <p:custDataLst>
              <p:tags r:id="rId3"/>
            </p:custDataLst>
          </p:nvPr>
        </p:nvSpPr>
        <p:spPr bwMode="auto">
          <a:xfrm>
            <a:off x="9331347" y="2422201"/>
            <a:ext cx="1965722" cy="2767325"/>
          </a:xfrm>
          <a:prstGeom prst="rect">
            <a:avLst/>
          </a:prstGeom>
          <a:noFill/>
          <a:ln w="9525">
            <a:noFill/>
            <a:miter lim="800000"/>
          </a:ln>
        </p:spPr>
        <p:txBody>
          <a:bodyPr vert="horz" wrap="square" lIns="91440" tIns="45720" rIns="91440" bIns="45720" numCol="1" anchor="t" anchorCtr="0" compatLnSpc="1">
            <a:normAutofit/>
          </a:bodyPr>
          <a:p>
            <a:pPr marL="285750" indent="-285750">
              <a:lnSpc>
                <a:spcPct val="150000"/>
              </a:lnSpc>
              <a:spcBef>
                <a:spcPts val="600"/>
              </a:spcBef>
              <a:spcAft>
                <a:spcPts val="600"/>
              </a:spcAft>
              <a:buFont typeface="Arial" panose="020B0604020202020204" pitchFamily="34" charset="0"/>
              <a:buChar char="•"/>
            </a:pPr>
            <a:r>
              <a:rPr lang="zh-CN" altLang="en-US" sz="1600" b="1" smtClean="0"/>
              <a:t>if</a:t>
            </a:r>
            <a:r>
              <a:rPr lang="zh-CN" altLang="en-US" sz="1600" b="1"/>
              <a:t>语句</a:t>
            </a:r>
            <a:r>
              <a:rPr lang="zh-CN" altLang="en-US" sz="1600"/>
              <a:t>，用来实现</a:t>
            </a:r>
            <a:r>
              <a:rPr lang="zh-CN" altLang="en-US" sz="1600" b="1"/>
              <a:t>两个分支</a:t>
            </a:r>
            <a:r>
              <a:rPr lang="zh-CN" altLang="en-US" sz="1600"/>
              <a:t>的选择</a:t>
            </a:r>
            <a:r>
              <a:rPr lang="zh-CN" altLang="en-US" sz="1600" smtClean="0"/>
              <a:t>结构</a:t>
            </a:r>
            <a:endParaRPr lang="en-US" altLang="zh-CN" sz="1600"/>
          </a:p>
          <a:p>
            <a:pPr marL="285750" indent="-285750">
              <a:lnSpc>
                <a:spcPct val="150000"/>
              </a:lnSpc>
              <a:spcBef>
                <a:spcPts val="600"/>
              </a:spcBef>
              <a:spcAft>
                <a:spcPts val="600"/>
              </a:spcAft>
              <a:buFont typeface="Arial" panose="020B0604020202020204" pitchFamily="34" charset="0"/>
              <a:buChar char="•"/>
            </a:pPr>
            <a:r>
              <a:rPr lang="zh-CN" altLang="en-US" sz="1600" b="1" smtClean="0"/>
              <a:t>switch</a:t>
            </a:r>
            <a:r>
              <a:rPr lang="zh-CN" altLang="en-US" sz="1600"/>
              <a:t>语句，用来实现</a:t>
            </a:r>
            <a:r>
              <a:rPr lang="zh-CN" altLang="en-US" sz="1600" b="1"/>
              <a:t>多分支</a:t>
            </a:r>
            <a:r>
              <a:rPr lang="zh-CN" altLang="en-US" sz="1600"/>
              <a:t>的选择</a:t>
            </a:r>
            <a:r>
              <a:rPr lang="zh-CN" altLang="en-US" sz="1600" smtClean="0"/>
              <a:t>结构</a:t>
            </a:r>
            <a:endParaRPr lang="zh-CN" altLang="en-US"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2142490" y="582295"/>
            <a:ext cx="8451850" cy="368300"/>
          </a:xfrm>
          <a:prstGeom prst="rect">
            <a:avLst/>
          </a:prstGeom>
          <a:noFill/>
        </p:spPr>
        <p:txBody>
          <a:bodyPr wrap="square" rtlCol="0">
            <a:spAutoFit/>
          </a:bodyPr>
          <a:p>
            <a:endParaRPr lang="zh-CN" altLang="en-US"/>
          </a:p>
        </p:txBody>
      </p:sp>
      <p:sp>
        <p:nvSpPr>
          <p:cNvPr id="7" name="文本框 6"/>
          <p:cNvSpPr txBox="1"/>
          <p:nvPr/>
        </p:nvSpPr>
        <p:spPr>
          <a:xfrm>
            <a:off x="1828800" y="511810"/>
            <a:ext cx="9561195" cy="706755"/>
          </a:xfrm>
          <a:prstGeom prst="rect">
            <a:avLst/>
          </a:prstGeom>
          <a:noFill/>
        </p:spPr>
        <p:txBody>
          <a:bodyPr wrap="square" rtlCol="0">
            <a:spAutoFit/>
          </a:bodyPr>
          <a:p>
            <a:r>
              <a:rPr lang="en-US" altLang="zh-CN" sz="4000" b="1">
                <a:latin typeface="+mj-ea"/>
                <a:ea typeface="+mj-ea"/>
                <a:cs typeface="+mj-ea"/>
              </a:rPr>
              <a:t>if</a:t>
            </a:r>
            <a:r>
              <a:rPr lang="zh-CN" altLang="en-US" sz="4000" b="1">
                <a:latin typeface="+mj-ea"/>
                <a:ea typeface="+mj-ea"/>
                <a:cs typeface="+mj-ea"/>
              </a:rPr>
              <a:t>语句</a:t>
            </a:r>
            <a:endParaRPr lang="zh-CN" altLang="en-US" sz="4000" b="1">
              <a:latin typeface="+mj-ea"/>
              <a:ea typeface="+mj-ea"/>
              <a:cs typeface="+mj-ea"/>
            </a:endParaRPr>
          </a:p>
        </p:txBody>
      </p:sp>
      <p:sp>
        <p:nvSpPr>
          <p:cNvPr id="10" name="文本框 9"/>
          <p:cNvSpPr txBox="1"/>
          <p:nvPr/>
        </p:nvSpPr>
        <p:spPr>
          <a:xfrm>
            <a:off x="2007870" y="1363980"/>
            <a:ext cx="8460740" cy="2306955"/>
          </a:xfrm>
          <a:prstGeom prst="rect">
            <a:avLst/>
          </a:prstGeom>
          <a:noFill/>
        </p:spPr>
        <p:txBody>
          <a:bodyPr wrap="square" rtlCol="0">
            <a:spAutoFit/>
          </a:bodyPr>
          <a:p>
            <a:r>
              <a:rPr lang="zh-CN" altLang="en-US" sz="3600" b="1">
                <a:latin typeface="+mn-ea"/>
                <a:cs typeface="+mn-ea"/>
                <a:sym typeface="+mn-ea"/>
              </a:rPr>
              <a:t>•单行格式</a:t>
            </a:r>
            <a:r>
              <a:rPr lang="en-US" altLang="zh-CN" sz="3600" b="1">
                <a:latin typeface="+mn-ea"/>
                <a:cs typeface="+mn-ea"/>
                <a:sym typeface="+mn-ea"/>
              </a:rPr>
              <a:t>if</a:t>
            </a:r>
            <a:r>
              <a:rPr lang="zh-CN" altLang="en-US" sz="3600" b="1">
                <a:latin typeface="+mn-ea"/>
                <a:cs typeface="+mn-ea"/>
                <a:sym typeface="+mn-ea"/>
              </a:rPr>
              <a:t>语句</a:t>
            </a:r>
            <a:endParaRPr lang="zh-CN" altLang="en-US" sz="3600" b="1">
              <a:latin typeface="+mn-ea"/>
              <a:cs typeface="+mn-ea"/>
              <a:sym typeface="+mn-ea"/>
            </a:endParaRPr>
          </a:p>
          <a:p>
            <a:r>
              <a:rPr lang="zh-CN" altLang="en-US" sz="3600" b="1">
                <a:latin typeface="+mn-ea"/>
                <a:cs typeface="+mn-ea"/>
                <a:sym typeface="+mn-ea"/>
              </a:rPr>
              <a:t>•多行格式</a:t>
            </a:r>
            <a:r>
              <a:rPr lang="en-US" altLang="zh-CN" sz="3600" b="1">
                <a:latin typeface="+mn-ea"/>
                <a:cs typeface="+mn-ea"/>
                <a:sym typeface="+mn-ea"/>
              </a:rPr>
              <a:t>if</a:t>
            </a:r>
            <a:r>
              <a:rPr lang="zh-CN" altLang="en-US" sz="3600" b="1">
                <a:latin typeface="+mn-ea"/>
                <a:cs typeface="+mn-ea"/>
                <a:sym typeface="+mn-ea"/>
              </a:rPr>
              <a:t>语句</a:t>
            </a:r>
            <a:endParaRPr lang="zh-CN" altLang="en-US" sz="3600" b="1">
              <a:latin typeface="+mn-ea"/>
              <a:cs typeface="+mn-ea"/>
              <a:sym typeface="+mn-ea"/>
            </a:endParaRPr>
          </a:p>
          <a:p>
            <a:r>
              <a:rPr lang="zh-CN" altLang="en-US" sz="3600" b="1">
                <a:latin typeface="+mn-ea"/>
                <a:cs typeface="+mn-ea"/>
                <a:sym typeface="+mn-ea"/>
              </a:rPr>
              <a:t>•</a:t>
            </a:r>
            <a:r>
              <a:rPr lang="zh-CN" altLang="en-US" sz="3600" b="1">
                <a:latin typeface="+mn-ea"/>
                <a:cs typeface="+mn-ea"/>
                <a:sym typeface="+mn-ea"/>
              </a:rPr>
              <a:t>多条件的</a:t>
            </a:r>
            <a:r>
              <a:rPr lang="en-US" altLang="zh-CN" sz="3600" b="1">
                <a:latin typeface="+mn-ea"/>
                <a:cs typeface="+mn-ea"/>
                <a:sym typeface="+mn-ea"/>
              </a:rPr>
              <a:t>if</a:t>
            </a:r>
            <a:r>
              <a:rPr lang="zh-CN" altLang="en-US" sz="3600" b="1">
                <a:latin typeface="+mn-ea"/>
                <a:cs typeface="+mn-ea"/>
                <a:sym typeface="+mn-ea"/>
              </a:rPr>
              <a:t>语句</a:t>
            </a:r>
            <a:endParaRPr lang="zh-CN" altLang="en-US" sz="3600" b="1">
              <a:latin typeface="+mn-ea"/>
              <a:cs typeface="+mn-ea"/>
              <a:sym typeface="+mn-ea"/>
            </a:endParaRPr>
          </a:p>
          <a:p>
            <a:r>
              <a:rPr lang="zh-CN" altLang="en-US" sz="3600" b="1">
                <a:latin typeface="+mn-ea"/>
                <a:cs typeface="+mn-ea"/>
                <a:sym typeface="+mn-ea"/>
              </a:rPr>
              <a:t>•嵌套的</a:t>
            </a:r>
            <a:r>
              <a:rPr lang="en-US" altLang="zh-CN" sz="3600" b="1">
                <a:latin typeface="+mn-ea"/>
                <a:cs typeface="+mn-ea"/>
                <a:sym typeface="+mn-ea"/>
              </a:rPr>
              <a:t>if</a:t>
            </a:r>
            <a:r>
              <a:rPr lang="zh-CN" altLang="en-US" sz="3600" b="1">
                <a:latin typeface="+mn-ea"/>
                <a:cs typeface="+mn-ea"/>
                <a:sym typeface="+mn-ea"/>
              </a:rPr>
              <a:t>语句</a:t>
            </a:r>
            <a:endParaRPr lang="zh-CN" altLang="en-US" sz="3600" b="1">
              <a:latin typeface="+mn-ea"/>
              <a:cs typeface="+mn-ea"/>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828800" y="521970"/>
            <a:ext cx="9561195" cy="1322070"/>
          </a:xfrm>
          <a:prstGeom prst="rect">
            <a:avLst/>
          </a:prstGeom>
          <a:noFill/>
        </p:spPr>
        <p:txBody>
          <a:bodyPr wrap="square" rtlCol="0">
            <a:spAutoFit/>
          </a:bodyPr>
          <a:p>
            <a:r>
              <a:rPr lang="en-US" altLang="zh-CN" sz="4000" b="1">
                <a:latin typeface="+mj-ea"/>
                <a:ea typeface="+mj-ea"/>
                <a:cs typeface="+mj-ea"/>
              </a:rPr>
              <a:t>if</a:t>
            </a:r>
            <a:r>
              <a:rPr lang="zh-CN" altLang="en-US" sz="4000" b="1">
                <a:latin typeface="+mj-ea"/>
                <a:ea typeface="+mj-ea"/>
                <a:cs typeface="+mj-ea"/>
              </a:rPr>
              <a:t>语句</a:t>
            </a:r>
            <a:endParaRPr lang="zh-CN" altLang="en-US" sz="4000" b="1">
              <a:latin typeface="+mj-ea"/>
              <a:ea typeface="+mj-ea"/>
              <a:cs typeface="+mj-ea"/>
            </a:endParaRPr>
          </a:p>
          <a:p>
            <a:endParaRPr lang="zh-CN" altLang="en-US" sz="4000" b="1">
              <a:latin typeface="+mj-ea"/>
              <a:ea typeface="+mj-ea"/>
              <a:cs typeface="+mj-ea"/>
            </a:endParaRPr>
          </a:p>
        </p:txBody>
      </p:sp>
      <p:sp>
        <p:nvSpPr>
          <p:cNvPr id="4" name="文本框 3"/>
          <p:cNvSpPr txBox="1"/>
          <p:nvPr/>
        </p:nvSpPr>
        <p:spPr>
          <a:xfrm>
            <a:off x="1828800" y="1115060"/>
            <a:ext cx="8714105" cy="583565"/>
          </a:xfrm>
          <a:prstGeom prst="rect">
            <a:avLst/>
          </a:prstGeom>
          <a:noFill/>
        </p:spPr>
        <p:txBody>
          <a:bodyPr wrap="square" rtlCol="0" anchor="t">
            <a:spAutoFit/>
          </a:bodyPr>
          <a:p>
            <a:r>
              <a:rPr lang="zh-CN" altLang="en-US" sz="3200" b="1">
                <a:latin typeface="+mn-ea"/>
                <a:cs typeface="+mn-ea"/>
                <a:sym typeface="+mn-ea"/>
              </a:rPr>
              <a:t>单行格式</a:t>
            </a:r>
            <a:r>
              <a:rPr lang="en-US" altLang="zh-CN" sz="3200" b="1">
                <a:latin typeface="+mn-ea"/>
                <a:cs typeface="+mn-ea"/>
                <a:sym typeface="+mn-ea"/>
              </a:rPr>
              <a:t>if</a:t>
            </a:r>
            <a:r>
              <a:rPr lang="zh-CN" altLang="en-US" sz="3200" b="1">
                <a:latin typeface="+mn-ea"/>
                <a:cs typeface="+mn-ea"/>
                <a:sym typeface="+mn-ea"/>
              </a:rPr>
              <a:t>语句</a:t>
            </a:r>
            <a:endParaRPr lang="zh-CN" altLang="en-US" sz="3200"/>
          </a:p>
        </p:txBody>
      </p:sp>
      <p:grpSp>
        <p:nvGrpSpPr>
          <p:cNvPr id="5" name="组合 4"/>
          <p:cNvGrpSpPr/>
          <p:nvPr/>
        </p:nvGrpSpPr>
        <p:grpSpPr>
          <a:xfrm>
            <a:off x="1960880" y="1698625"/>
            <a:ext cx="6475730" cy="1645285"/>
            <a:chOff x="6132870" y="2758143"/>
            <a:chExt cx="5136519" cy="824461"/>
          </a:xfrm>
        </p:grpSpPr>
        <p:sp>
          <p:nvSpPr>
            <p:cNvPr id="37" name="MH_Text_1"/>
            <p:cNvSpPr/>
            <p:nvPr>
              <p:custDataLst>
                <p:tags r:id="rId1"/>
              </p:custDataLst>
            </p:nvPr>
          </p:nvSpPr>
          <p:spPr>
            <a:xfrm>
              <a:off x="6132870" y="3098120"/>
              <a:ext cx="5136519" cy="484484"/>
            </a:xfrm>
            <a:prstGeom prst="rect">
              <a:avLst/>
            </a:prstGeom>
            <a:solidFill>
              <a:srgbClr val="FFFFFF"/>
            </a:solidFill>
            <a:ln w="9525" cap="flat" cmpd="sng" algn="ctr">
              <a:solidFill>
                <a:schemeClr val="accent2"/>
              </a:solidFill>
              <a:prstDash val="solid"/>
            </a:ln>
            <a:effectLst/>
          </p:spPr>
          <p:txBody>
            <a:bodyPr wrap="square" tIns="90000" bIns="90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20000"/>
                </a:lnSpc>
                <a:defRPr/>
              </a:pPr>
              <a:r>
                <a:rPr lang="en-US" altLang="zh-CN">
                  <a:solidFill>
                    <a:schemeClr val="tx1">
                      <a:lumMod val="65000"/>
                      <a:lumOff val="35000"/>
                    </a:schemeClr>
                  </a:solidFill>
                </a:rPr>
                <a:t>if(</a:t>
              </a:r>
              <a:r>
                <a:rPr lang="zh-CN" altLang="en-US">
                  <a:solidFill>
                    <a:schemeClr val="tx1">
                      <a:lumMod val="65000"/>
                      <a:lumOff val="35000"/>
                    </a:schemeClr>
                  </a:solidFill>
                </a:rPr>
                <a:t>表达式</a:t>
              </a:r>
              <a:r>
                <a:rPr lang="en-US" altLang="zh-CN">
                  <a:solidFill>
                    <a:schemeClr val="tx1">
                      <a:lumMod val="65000"/>
                      <a:lumOff val="35000"/>
                    </a:schemeClr>
                  </a:solidFill>
                </a:rPr>
                <a:t>) </a:t>
              </a:r>
              <a:r>
                <a:rPr lang="zh-CN" altLang="en-US">
                  <a:solidFill>
                    <a:schemeClr val="tx1">
                      <a:lumMod val="65000"/>
                      <a:lumOff val="35000"/>
                    </a:schemeClr>
                  </a:solidFill>
                </a:rPr>
                <a:t>语句</a:t>
              </a:r>
              <a:r>
                <a:rPr lang="en-US" altLang="zh-CN">
                  <a:solidFill>
                    <a:schemeClr val="tx1">
                      <a:lumMod val="65000"/>
                      <a:lumOff val="35000"/>
                    </a:schemeClr>
                  </a:solidFill>
                </a:rPr>
                <a:t>1</a:t>
              </a:r>
              <a:endParaRPr lang="zh-CN" altLang="en-US" dirty="0">
                <a:solidFill>
                  <a:schemeClr val="tx1">
                    <a:lumMod val="65000"/>
                    <a:lumOff val="35000"/>
                  </a:schemeClr>
                </a:solidFill>
              </a:endParaRPr>
            </a:p>
          </p:txBody>
        </p:sp>
        <p:sp>
          <p:nvSpPr>
            <p:cNvPr id="38" name="MH_Other_1"/>
            <p:cNvSpPr/>
            <p:nvPr>
              <p:custDataLst>
                <p:tags r:id="rId2"/>
              </p:custDataLst>
            </p:nvPr>
          </p:nvSpPr>
          <p:spPr>
            <a:xfrm>
              <a:off x="6132870" y="2758143"/>
              <a:ext cx="5136519" cy="390239"/>
            </a:xfrm>
            <a:prstGeom prst="round2SameRect">
              <a:avLst>
                <a:gd name="adj1" fmla="val 20839"/>
                <a:gd name="adj2" fmla="val 0"/>
              </a:avLst>
            </a:prstGeom>
            <a:solidFill>
              <a:schemeClr val="accent2">
                <a:lumMod val="20000"/>
                <a:lumOff val="80000"/>
              </a:schemeClr>
            </a:solidFill>
            <a:ln w="9525" cap="flat" cmpd="sng" algn="ctr">
              <a:solidFill>
                <a:schemeClr val="accent2"/>
              </a:solidFill>
              <a:prstDash val="solid"/>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defRPr/>
              </a:pPr>
              <a:r>
                <a:rPr lang="zh-CN" altLang="en-US" smtClean="0">
                  <a:solidFill>
                    <a:schemeClr val="tx1">
                      <a:lumMod val="50000"/>
                      <a:lumOff val="50000"/>
                    </a:schemeClr>
                  </a:solidFill>
                  <a:latin typeface="微软雅黑" panose="020B0503020204020204" pitchFamily="34" charset="-122"/>
                  <a:ea typeface="微软雅黑" panose="020B0503020204020204" pitchFamily="34" charset="-122"/>
                </a:rPr>
                <a:t>形式</a:t>
              </a:r>
              <a:r>
                <a:rPr lang="en-US" altLang="zh-CN" smtClean="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600" smtClean="0">
                  <a:solidFill>
                    <a:schemeClr val="tx1">
                      <a:lumMod val="50000"/>
                      <a:lumOff val="50000"/>
                    </a:schemeClr>
                  </a:solidFill>
                  <a:latin typeface="微软雅黑" panose="020B0503020204020204" pitchFamily="34" charset="-122"/>
                  <a:ea typeface="微软雅黑" panose="020B0503020204020204" pitchFamily="34" charset="-122"/>
                </a:rPr>
                <a:t>没有</a:t>
              </a:r>
              <a:r>
                <a:rPr lang="en-US" altLang="zh-CN" sz="1600" smtClean="0">
                  <a:solidFill>
                    <a:schemeClr val="tx1">
                      <a:lumMod val="50000"/>
                      <a:lumOff val="50000"/>
                    </a:schemeClr>
                  </a:solidFill>
                  <a:latin typeface="微软雅黑" panose="020B0503020204020204" pitchFamily="34" charset="-122"/>
                  <a:ea typeface="微软雅黑" panose="020B0503020204020204" pitchFamily="34" charset="-122"/>
                </a:rPr>
                <a:t>else</a:t>
              </a:r>
              <a:r>
                <a:rPr lang="zh-CN" altLang="en-US" sz="1600" smtClean="0">
                  <a:solidFill>
                    <a:schemeClr val="tx1">
                      <a:lumMod val="50000"/>
                      <a:lumOff val="50000"/>
                    </a:schemeClr>
                  </a:solidFill>
                  <a:latin typeface="微软雅黑" panose="020B0503020204020204" pitchFamily="34" charset="-122"/>
                  <a:ea typeface="微软雅黑" panose="020B0503020204020204" pitchFamily="34" charset="-122"/>
                </a:rPr>
                <a:t>子句部分</a:t>
              </a:r>
              <a:endParaRPr lang="en-US" sz="160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8" name="文本框 7"/>
          <p:cNvSpPr txBox="1"/>
          <p:nvPr/>
        </p:nvSpPr>
        <p:spPr>
          <a:xfrm>
            <a:off x="1960563" y="3597275"/>
            <a:ext cx="8766175" cy="1395095"/>
          </a:xfrm>
          <a:prstGeom prst="rect">
            <a:avLst/>
          </a:prstGeom>
          <a:noFill/>
        </p:spPr>
        <p:txBody>
          <a:bodyPr wrap="none" rtlCol="0" anchor="t">
            <a:spAutoFit/>
          </a:bodyPr>
          <a:p>
            <a:pPr algn="just">
              <a:lnSpc>
                <a:spcPct val="120000"/>
              </a:lnSpc>
              <a:spcBef>
                <a:spcPts val="600"/>
              </a:spcBef>
              <a:spcAft>
                <a:spcPts val="600"/>
              </a:spcAft>
              <a:defRPr/>
            </a:pPr>
            <a:r>
              <a:rPr lang="zh-CN" altLang="en-US">
                <a:sym typeface="+mn-ea"/>
              </a:rPr>
              <a:t>“表达式”可以是关系表达式、逻辑表达式，甚至是数值</a:t>
            </a:r>
            <a:r>
              <a:rPr lang="zh-CN" altLang="en-US" smtClean="0">
                <a:sym typeface="+mn-ea"/>
              </a:rPr>
              <a:t>表达式</a:t>
            </a:r>
            <a:endParaRPr lang="zh-CN" altLang="en-US" smtClean="0">
              <a:sym typeface="+mn-ea"/>
            </a:endParaRPr>
          </a:p>
          <a:p>
            <a:pPr algn="just">
              <a:lnSpc>
                <a:spcPct val="120000"/>
              </a:lnSpc>
              <a:spcBef>
                <a:spcPts val="600"/>
              </a:spcBef>
              <a:spcAft>
                <a:spcPts val="600"/>
              </a:spcAft>
              <a:defRPr/>
            </a:pPr>
            <a:r>
              <a:rPr lang="zh-CN" altLang="en-US">
                <a:sym typeface="+mn-ea"/>
              </a:rPr>
              <a:t>方括号内的部分</a:t>
            </a:r>
            <a:r>
              <a:rPr lang="en-US" altLang="zh-CN">
                <a:sym typeface="+mn-ea"/>
              </a:rPr>
              <a:t>(</a:t>
            </a:r>
            <a:r>
              <a:rPr lang="zh-CN" altLang="en-US">
                <a:sym typeface="+mn-ea"/>
              </a:rPr>
              <a:t>即</a:t>
            </a:r>
            <a:r>
              <a:rPr lang="en-US" altLang="zh-CN">
                <a:sym typeface="+mn-ea"/>
              </a:rPr>
              <a:t>else</a:t>
            </a:r>
            <a:r>
              <a:rPr lang="zh-CN" altLang="en-US">
                <a:sym typeface="+mn-ea"/>
              </a:rPr>
              <a:t>子句</a:t>
            </a:r>
            <a:r>
              <a:rPr lang="en-US" altLang="zh-CN">
                <a:sym typeface="+mn-ea"/>
              </a:rPr>
              <a:t>)</a:t>
            </a:r>
            <a:r>
              <a:rPr lang="zh-CN" altLang="en-US">
                <a:sym typeface="+mn-ea"/>
              </a:rPr>
              <a:t>为可选的，既可以有，也可以</a:t>
            </a:r>
            <a:r>
              <a:rPr lang="zh-CN" altLang="en-US" smtClean="0">
                <a:sym typeface="+mn-ea"/>
              </a:rPr>
              <a:t>没有</a:t>
            </a:r>
            <a:endParaRPr lang="en-US" altLang="zh-CN" smtClean="0">
              <a:solidFill>
                <a:schemeClr val="tx1"/>
              </a:solidFill>
            </a:endParaRPr>
          </a:p>
          <a:p>
            <a:pPr algn="just">
              <a:lnSpc>
                <a:spcPct val="120000"/>
              </a:lnSpc>
              <a:spcBef>
                <a:spcPts val="600"/>
              </a:spcBef>
              <a:spcAft>
                <a:spcPts val="600"/>
              </a:spcAft>
              <a:defRPr/>
            </a:pPr>
            <a:r>
              <a:rPr lang="zh-CN" altLang="en-US">
                <a:sym typeface="+mn-ea"/>
              </a:rPr>
              <a:t>语句</a:t>
            </a:r>
            <a:r>
              <a:rPr lang="en-US" altLang="zh-CN">
                <a:sym typeface="+mn-ea"/>
              </a:rPr>
              <a:t>1</a:t>
            </a:r>
            <a:r>
              <a:rPr lang="zh-CN" altLang="en-US">
                <a:sym typeface="+mn-ea"/>
              </a:rPr>
              <a:t>和语句</a:t>
            </a:r>
            <a:r>
              <a:rPr lang="en-US" altLang="zh-CN">
                <a:sym typeface="+mn-ea"/>
              </a:rPr>
              <a:t>2</a:t>
            </a:r>
            <a:r>
              <a:rPr lang="zh-CN" altLang="en-US">
                <a:sym typeface="+mn-ea"/>
              </a:rPr>
              <a:t>可以是一个简单的语句，也可以是一个复合语句，还可以是另一个</a:t>
            </a:r>
            <a:r>
              <a:rPr lang="en-US" altLang="zh-CN">
                <a:sym typeface="+mn-ea"/>
              </a:rPr>
              <a:t>if</a:t>
            </a:r>
            <a:r>
              <a:rPr lang="zh-CN" altLang="en-US">
                <a:sym typeface="+mn-ea"/>
              </a:rPr>
              <a:t>语句</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828800" y="521970"/>
            <a:ext cx="9561195" cy="1322070"/>
          </a:xfrm>
          <a:prstGeom prst="rect">
            <a:avLst/>
          </a:prstGeom>
          <a:noFill/>
        </p:spPr>
        <p:txBody>
          <a:bodyPr wrap="square" rtlCol="0">
            <a:spAutoFit/>
          </a:bodyPr>
          <a:p>
            <a:r>
              <a:rPr lang="en-US" altLang="zh-CN" sz="4000" b="1">
                <a:latin typeface="+mj-ea"/>
                <a:ea typeface="+mj-ea"/>
                <a:cs typeface="+mj-ea"/>
              </a:rPr>
              <a:t>if</a:t>
            </a:r>
            <a:r>
              <a:rPr lang="zh-CN" altLang="en-US" sz="4000" b="1">
                <a:latin typeface="+mj-ea"/>
                <a:ea typeface="+mj-ea"/>
                <a:cs typeface="+mj-ea"/>
              </a:rPr>
              <a:t>语句</a:t>
            </a:r>
            <a:endParaRPr lang="zh-CN" altLang="en-US" sz="4000" b="1">
              <a:latin typeface="+mj-ea"/>
              <a:ea typeface="+mj-ea"/>
              <a:cs typeface="+mj-ea"/>
            </a:endParaRPr>
          </a:p>
          <a:p>
            <a:endParaRPr lang="zh-CN" altLang="en-US" sz="4000" b="1">
              <a:latin typeface="+mj-ea"/>
              <a:ea typeface="+mj-ea"/>
              <a:cs typeface="+mj-ea"/>
            </a:endParaRPr>
          </a:p>
        </p:txBody>
      </p:sp>
      <p:sp>
        <p:nvSpPr>
          <p:cNvPr id="4" name="文本框 3"/>
          <p:cNvSpPr txBox="1"/>
          <p:nvPr/>
        </p:nvSpPr>
        <p:spPr>
          <a:xfrm>
            <a:off x="1828800" y="1040765"/>
            <a:ext cx="8714105" cy="583565"/>
          </a:xfrm>
          <a:prstGeom prst="rect">
            <a:avLst/>
          </a:prstGeom>
          <a:noFill/>
        </p:spPr>
        <p:txBody>
          <a:bodyPr wrap="square" rtlCol="0" anchor="t">
            <a:spAutoFit/>
          </a:bodyPr>
          <a:p>
            <a:r>
              <a:rPr lang="zh-CN" altLang="en-US" sz="3200" b="1">
                <a:latin typeface="+mn-ea"/>
                <a:cs typeface="+mn-ea"/>
                <a:sym typeface="+mn-ea"/>
              </a:rPr>
              <a:t>多</a:t>
            </a:r>
            <a:r>
              <a:rPr lang="zh-CN" altLang="en-US" sz="3200" b="1">
                <a:latin typeface="+mn-ea"/>
                <a:cs typeface="+mn-ea"/>
                <a:sym typeface="+mn-ea"/>
              </a:rPr>
              <a:t>行格式</a:t>
            </a:r>
            <a:r>
              <a:rPr lang="en-US" altLang="zh-CN" sz="3200" b="1">
                <a:latin typeface="+mn-ea"/>
                <a:cs typeface="+mn-ea"/>
                <a:sym typeface="+mn-ea"/>
              </a:rPr>
              <a:t>if</a:t>
            </a:r>
            <a:r>
              <a:rPr lang="zh-CN" altLang="en-US" sz="3200" b="1">
                <a:latin typeface="+mn-ea"/>
                <a:cs typeface="+mn-ea"/>
                <a:sym typeface="+mn-ea"/>
              </a:rPr>
              <a:t>语句</a:t>
            </a:r>
            <a:endParaRPr lang="zh-CN" altLang="en-US" sz="3200"/>
          </a:p>
        </p:txBody>
      </p:sp>
      <p:grpSp>
        <p:nvGrpSpPr>
          <p:cNvPr id="26" name="组合 25"/>
          <p:cNvGrpSpPr/>
          <p:nvPr/>
        </p:nvGrpSpPr>
        <p:grpSpPr>
          <a:xfrm>
            <a:off x="1828800" y="1688465"/>
            <a:ext cx="8575040" cy="2073910"/>
            <a:chOff x="6132870" y="2758143"/>
            <a:chExt cx="5136519" cy="1809617"/>
          </a:xfrm>
        </p:grpSpPr>
        <p:sp>
          <p:nvSpPr>
            <p:cNvPr id="27" name="MH_Text_1"/>
            <p:cNvSpPr/>
            <p:nvPr>
              <p:custDataLst>
                <p:tags r:id="rId1"/>
              </p:custDataLst>
            </p:nvPr>
          </p:nvSpPr>
          <p:spPr>
            <a:xfrm>
              <a:off x="6132870" y="3098119"/>
              <a:ext cx="5136519" cy="1469641"/>
            </a:xfrm>
            <a:prstGeom prst="rect">
              <a:avLst/>
            </a:prstGeom>
            <a:solidFill>
              <a:srgbClr val="FFFFFF"/>
            </a:solidFill>
            <a:ln w="9525" cap="flat" cmpd="sng" algn="ctr">
              <a:solidFill>
                <a:schemeClr val="accent2"/>
              </a:solidFill>
              <a:prstDash val="solid"/>
            </a:ln>
            <a:effectLst/>
          </p:spPr>
          <p:txBody>
            <a:bodyPr wrap="square" tIns="90000" bIns="90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defTabSz="625475">
                <a:lnSpc>
                  <a:spcPct val="120000"/>
                </a:lnSpc>
              </a:pPr>
              <a:r>
                <a:rPr lang="en-US" altLang="zh-CN">
                  <a:solidFill>
                    <a:schemeClr val="tx1">
                      <a:lumMod val="65000"/>
                      <a:lumOff val="35000"/>
                    </a:schemeClr>
                  </a:solidFill>
                </a:rPr>
                <a:t>if (</a:t>
              </a:r>
              <a:r>
                <a:rPr lang="zh-CN" altLang="en-US">
                  <a:solidFill>
                    <a:schemeClr val="tx1">
                      <a:lumMod val="65000"/>
                      <a:lumOff val="35000"/>
                    </a:schemeClr>
                  </a:solidFill>
                </a:rPr>
                <a:t>表达式</a:t>
              </a:r>
              <a:r>
                <a:rPr lang="en-US" altLang="zh-CN">
                  <a:solidFill>
                    <a:schemeClr val="tx1">
                      <a:lumMod val="65000"/>
                      <a:lumOff val="35000"/>
                    </a:schemeClr>
                  </a:solidFill>
                </a:rPr>
                <a:t>)</a:t>
              </a:r>
              <a:endParaRPr lang="en-US" altLang="zh-CN">
                <a:solidFill>
                  <a:schemeClr val="tx1">
                    <a:lumMod val="65000"/>
                    <a:lumOff val="35000"/>
                  </a:schemeClr>
                </a:solidFill>
              </a:endParaRPr>
            </a:p>
            <a:p>
              <a:pPr algn="just" defTabSz="625475">
                <a:lnSpc>
                  <a:spcPct val="120000"/>
                </a:lnSpc>
              </a:pPr>
              <a:r>
                <a:rPr lang="en-US" altLang="zh-CN">
                  <a:solidFill>
                    <a:schemeClr val="tx1">
                      <a:lumMod val="65000"/>
                      <a:lumOff val="35000"/>
                    </a:schemeClr>
                  </a:solidFill>
                </a:rPr>
                <a:t>	</a:t>
              </a:r>
              <a:r>
                <a:rPr lang="zh-CN" altLang="en-US">
                  <a:solidFill>
                    <a:schemeClr val="tx1">
                      <a:lumMod val="65000"/>
                      <a:lumOff val="35000"/>
                    </a:schemeClr>
                  </a:solidFill>
                </a:rPr>
                <a:t>语句</a:t>
              </a:r>
              <a:r>
                <a:rPr lang="en-US" altLang="zh-CN">
                  <a:solidFill>
                    <a:schemeClr val="tx1">
                      <a:lumMod val="65000"/>
                      <a:lumOff val="35000"/>
                    </a:schemeClr>
                  </a:solidFill>
                </a:rPr>
                <a:t>1 </a:t>
              </a:r>
              <a:endParaRPr lang="en-US" altLang="zh-CN">
                <a:solidFill>
                  <a:schemeClr val="tx1">
                    <a:lumMod val="65000"/>
                    <a:lumOff val="35000"/>
                  </a:schemeClr>
                </a:solidFill>
              </a:endParaRPr>
            </a:p>
            <a:p>
              <a:pPr algn="just" defTabSz="625475">
                <a:lnSpc>
                  <a:spcPct val="120000"/>
                </a:lnSpc>
              </a:pPr>
              <a:r>
                <a:rPr lang="en-US" altLang="zh-CN">
                  <a:solidFill>
                    <a:schemeClr val="tx1">
                      <a:lumMod val="65000"/>
                      <a:lumOff val="35000"/>
                    </a:schemeClr>
                  </a:solidFill>
                </a:rPr>
                <a:t>else </a:t>
              </a:r>
              <a:endParaRPr lang="en-US" altLang="zh-CN">
                <a:solidFill>
                  <a:schemeClr val="tx1">
                    <a:lumMod val="65000"/>
                    <a:lumOff val="35000"/>
                  </a:schemeClr>
                </a:solidFill>
              </a:endParaRPr>
            </a:p>
            <a:p>
              <a:pPr algn="just" defTabSz="625475">
                <a:lnSpc>
                  <a:spcPct val="120000"/>
                </a:lnSpc>
              </a:pPr>
              <a:r>
                <a:rPr lang="en-US" altLang="zh-CN">
                  <a:solidFill>
                    <a:schemeClr val="tx1">
                      <a:lumMod val="65000"/>
                      <a:lumOff val="35000"/>
                    </a:schemeClr>
                  </a:solidFill>
                </a:rPr>
                <a:t>	</a:t>
              </a:r>
              <a:r>
                <a:rPr lang="zh-CN" altLang="en-US">
                  <a:solidFill>
                    <a:schemeClr val="tx1">
                      <a:lumMod val="65000"/>
                      <a:lumOff val="35000"/>
                    </a:schemeClr>
                  </a:solidFill>
                </a:rPr>
                <a:t>语句</a:t>
              </a:r>
              <a:r>
                <a:rPr lang="en-US" altLang="zh-CN">
                  <a:solidFill>
                    <a:schemeClr val="tx1">
                      <a:lumMod val="65000"/>
                      <a:lumOff val="35000"/>
                    </a:schemeClr>
                  </a:solidFill>
                </a:rPr>
                <a:t>2</a:t>
              </a:r>
              <a:endParaRPr lang="zh-CN" altLang="en-US" dirty="0">
                <a:solidFill>
                  <a:schemeClr val="tx1">
                    <a:lumMod val="65000"/>
                    <a:lumOff val="35000"/>
                  </a:schemeClr>
                </a:solidFill>
              </a:endParaRPr>
            </a:p>
          </p:txBody>
        </p:sp>
        <p:sp>
          <p:nvSpPr>
            <p:cNvPr id="28" name="MH_Other_1"/>
            <p:cNvSpPr/>
            <p:nvPr>
              <p:custDataLst>
                <p:tags r:id="rId2"/>
              </p:custDataLst>
            </p:nvPr>
          </p:nvSpPr>
          <p:spPr>
            <a:xfrm>
              <a:off x="6132870" y="2758143"/>
              <a:ext cx="5136519" cy="390239"/>
            </a:xfrm>
            <a:prstGeom prst="round2SameRect">
              <a:avLst>
                <a:gd name="adj1" fmla="val 23386"/>
                <a:gd name="adj2" fmla="val 0"/>
              </a:avLst>
            </a:prstGeom>
            <a:solidFill>
              <a:schemeClr val="accent2">
                <a:lumMod val="20000"/>
                <a:lumOff val="80000"/>
              </a:schemeClr>
            </a:solidFill>
            <a:ln w="9525" cap="flat" cmpd="sng" algn="ctr">
              <a:solidFill>
                <a:schemeClr val="accent2"/>
              </a:solidFill>
              <a:prstDash val="solid"/>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defRPr/>
              </a:pPr>
              <a:r>
                <a:rPr lang="zh-CN" altLang="en-US" smtClean="0">
                  <a:solidFill>
                    <a:schemeClr val="tx1">
                      <a:lumMod val="50000"/>
                      <a:lumOff val="50000"/>
                    </a:schemeClr>
                  </a:solidFill>
                  <a:latin typeface="微软雅黑" panose="020B0503020204020204" pitchFamily="34" charset="-122"/>
                  <a:ea typeface="微软雅黑" panose="020B0503020204020204" pitchFamily="34" charset="-122"/>
                </a:rPr>
                <a:t>形式</a:t>
              </a:r>
              <a:r>
                <a:rPr lang="en-US" altLang="zh-CN" smtClean="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600" smtClean="0">
                  <a:solidFill>
                    <a:schemeClr val="tx1">
                      <a:lumMod val="50000"/>
                      <a:lumOff val="50000"/>
                    </a:schemeClr>
                  </a:solidFill>
                  <a:latin typeface="微软雅黑" panose="020B0503020204020204" pitchFamily="34" charset="-122"/>
                  <a:ea typeface="微软雅黑" panose="020B0503020204020204" pitchFamily="34" charset="-122"/>
                </a:rPr>
                <a:t>有</a:t>
              </a:r>
              <a:r>
                <a:rPr lang="en-US" altLang="zh-CN" sz="1600" smtClean="0">
                  <a:solidFill>
                    <a:schemeClr val="tx1">
                      <a:lumMod val="50000"/>
                      <a:lumOff val="50000"/>
                    </a:schemeClr>
                  </a:solidFill>
                  <a:latin typeface="微软雅黑" panose="020B0503020204020204" pitchFamily="34" charset="-122"/>
                  <a:ea typeface="微软雅黑" panose="020B0503020204020204" pitchFamily="34" charset="-122"/>
                </a:rPr>
                <a:t>else</a:t>
              </a:r>
              <a:r>
                <a:rPr lang="zh-CN" altLang="en-US" sz="1600" smtClean="0">
                  <a:solidFill>
                    <a:schemeClr val="tx1">
                      <a:lumMod val="50000"/>
                      <a:lumOff val="50000"/>
                    </a:schemeClr>
                  </a:solidFill>
                  <a:latin typeface="微软雅黑" panose="020B0503020204020204" pitchFamily="34" charset="-122"/>
                  <a:ea typeface="微软雅黑" panose="020B0503020204020204" pitchFamily="34" charset="-122"/>
                </a:rPr>
                <a:t>子句部分</a:t>
              </a:r>
              <a:endParaRPr lang="en-US" sz="160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5" name="文本框 4"/>
          <p:cNvSpPr txBox="1"/>
          <p:nvPr/>
        </p:nvSpPr>
        <p:spPr>
          <a:xfrm>
            <a:off x="1859915" y="4043045"/>
            <a:ext cx="7260590" cy="368300"/>
          </a:xfrm>
          <a:prstGeom prst="rect">
            <a:avLst/>
          </a:prstGeom>
          <a:noFill/>
        </p:spPr>
        <p:txBody>
          <a:bodyPr wrap="square" rtlCol="0">
            <a:spAutoFit/>
          </a:bodyPr>
          <a:p>
            <a:r>
              <a:rPr lang="zh-CN" altLang="en-US"/>
              <a:t>当表达式为真时，执行语句</a:t>
            </a:r>
            <a:r>
              <a:rPr lang="en-US" altLang="zh-CN"/>
              <a:t>1</a:t>
            </a:r>
            <a:r>
              <a:rPr lang="zh-CN" altLang="en-US"/>
              <a:t>，否则，当表达式为假时，执行语句</a:t>
            </a:r>
            <a:r>
              <a:rPr lang="en-US" altLang="zh-CN"/>
              <a:t>2</a:t>
            </a:r>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828800" y="521970"/>
            <a:ext cx="9561195" cy="1322070"/>
          </a:xfrm>
          <a:prstGeom prst="rect">
            <a:avLst/>
          </a:prstGeom>
          <a:noFill/>
        </p:spPr>
        <p:txBody>
          <a:bodyPr wrap="square" rtlCol="0">
            <a:spAutoFit/>
          </a:bodyPr>
          <a:p>
            <a:r>
              <a:rPr lang="en-US" altLang="zh-CN" sz="4000" b="1">
                <a:latin typeface="+mj-ea"/>
                <a:ea typeface="+mj-ea"/>
                <a:cs typeface="+mj-ea"/>
              </a:rPr>
              <a:t>if</a:t>
            </a:r>
            <a:r>
              <a:rPr lang="zh-CN" altLang="en-US" sz="4000" b="1">
                <a:latin typeface="+mj-ea"/>
                <a:ea typeface="+mj-ea"/>
                <a:cs typeface="+mj-ea"/>
              </a:rPr>
              <a:t>语句</a:t>
            </a:r>
            <a:endParaRPr lang="zh-CN" altLang="en-US" sz="4000" b="1">
              <a:latin typeface="+mj-ea"/>
              <a:ea typeface="+mj-ea"/>
              <a:cs typeface="+mj-ea"/>
            </a:endParaRPr>
          </a:p>
          <a:p>
            <a:endParaRPr lang="zh-CN" altLang="en-US" sz="4000" b="1">
              <a:latin typeface="+mj-ea"/>
              <a:ea typeface="+mj-ea"/>
              <a:cs typeface="+mj-ea"/>
            </a:endParaRPr>
          </a:p>
        </p:txBody>
      </p:sp>
      <p:sp>
        <p:nvSpPr>
          <p:cNvPr id="4" name="文本框 3"/>
          <p:cNvSpPr txBox="1"/>
          <p:nvPr/>
        </p:nvSpPr>
        <p:spPr>
          <a:xfrm>
            <a:off x="1828800" y="1040765"/>
            <a:ext cx="8714105" cy="583565"/>
          </a:xfrm>
          <a:prstGeom prst="rect">
            <a:avLst/>
          </a:prstGeom>
          <a:noFill/>
        </p:spPr>
        <p:txBody>
          <a:bodyPr wrap="square" rtlCol="0" anchor="t">
            <a:spAutoFit/>
          </a:bodyPr>
          <a:p>
            <a:r>
              <a:rPr lang="zh-CN" altLang="en-US" sz="3200" b="1">
                <a:latin typeface="+mn-ea"/>
                <a:cs typeface="+mn-ea"/>
                <a:sym typeface="+mn-ea"/>
              </a:rPr>
              <a:t>多条件的</a:t>
            </a:r>
            <a:r>
              <a:rPr lang="en-US" altLang="zh-CN" sz="3200" b="1">
                <a:latin typeface="+mn-ea"/>
                <a:cs typeface="+mn-ea"/>
                <a:sym typeface="+mn-ea"/>
              </a:rPr>
              <a:t>if</a:t>
            </a:r>
            <a:r>
              <a:rPr lang="zh-CN" altLang="en-US" sz="3200" b="1">
                <a:latin typeface="+mn-ea"/>
                <a:cs typeface="+mn-ea"/>
                <a:sym typeface="+mn-ea"/>
              </a:rPr>
              <a:t>语句</a:t>
            </a:r>
            <a:endParaRPr lang="zh-CN" altLang="en-US" sz="3200"/>
          </a:p>
        </p:txBody>
      </p:sp>
      <p:grpSp>
        <p:nvGrpSpPr>
          <p:cNvPr id="29" name="组合 28"/>
          <p:cNvGrpSpPr/>
          <p:nvPr/>
        </p:nvGrpSpPr>
        <p:grpSpPr>
          <a:xfrm>
            <a:off x="1972945" y="1624330"/>
            <a:ext cx="8051165" cy="2406650"/>
            <a:chOff x="6132870" y="2772112"/>
            <a:chExt cx="5171597" cy="2406415"/>
          </a:xfrm>
        </p:grpSpPr>
        <mc:AlternateContent xmlns:mc="http://schemas.openxmlformats.org/markup-compatibility/2006">
          <mc:Choice xmlns:a14="http://schemas.microsoft.com/office/drawing/2010/main" Requires="a14">
            <p:sp>
              <p:nvSpPr>
                <p:cNvPr id="30" name="MH_Text_1"/>
                <p:cNvSpPr/>
                <p:nvPr/>
              </p:nvSpPr>
              <p:spPr>
                <a:xfrm>
                  <a:off x="6132870" y="3098119"/>
                  <a:ext cx="5136519" cy="2080408"/>
                </a:xfrm>
                <a:prstGeom prst="rect">
                  <a:avLst/>
                </a:prstGeom>
                <a:solidFill>
                  <a:srgbClr val="FFFFFF"/>
                </a:solidFill>
                <a:ln w="9525" cap="flat" cmpd="sng" algn="ctr">
                  <a:solidFill>
                    <a:schemeClr val="accent2"/>
                  </a:solidFill>
                  <a:prstDash val="solid"/>
                </a:ln>
                <a:effectLst/>
              </p:spPr>
              <p:txBody>
                <a:bodyPr wrap="square" tIns="90000" bIns="90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defTabSz="625475">
                    <a:lnSpc>
                      <a:spcPct val="120000"/>
                    </a:lnSpc>
                  </a:pPr>
                  <a:r>
                    <a:rPr lang="en-US" altLang="zh-CN">
                      <a:solidFill>
                        <a:schemeClr val="tx1">
                          <a:lumMod val="65000"/>
                          <a:lumOff val="35000"/>
                        </a:schemeClr>
                      </a:solidFill>
                    </a:rPr>
                    <a:t>if(</a:t>
                  </a:r>
                  <a:r>
                    <a:rPr lang="zh-CN" altLang="en-US">
                      <a:solidFill>
                        <a:schemeClr val="tx1">
                          <a:lumMod val="65000"/>
                          <a:lumOff val="35000"/>
                        </a:schemeClr>
                      </a:solidFill>
                    </a:rPr>
                    <a:t>表达式</a:t>
                  </a:r>
                  <a:r>
                    <a:rPr lang="en-US" altLang="zh-CN">
                      <a:solidFill>
                        <a:schemeClr val="tx1">
                          <a:lumMod val="65000"/>
                          <a:lumOff val="35000"/>
                        </a:schemeClr>
                      </a:solidFill>
                    </a:rPr>
                    <a:t>1)		</a:t>
                  </a:r>
                  <a:r>
                    <a:rPr lang="zh-CN" altLang="en-US">
                      <a:solidFill>
                        <a:schemeClr val="tx1">
                          <a:lumMod val="65000"/>
                          <a:lumOff val="35000"/>
                        </a:schemeClr>
                      </a:solidFill>
                    </a:rPr>
                    <a:t>语句</a:t>
                  </a:r>
                  <a:r>
                    <a:rPr lang="en-US" altLang="zh-CN">
                      <a:solidFill>
                        <a:schemeClr val="tx1">
                          <a:lumMod val="65000"/>
                          <a:lumOff val="35000"/>
                        </a:schemeClr>
                      </a:solidFill>
                    </a:rPr>
                    <a:t>1</a:t>
                  </a:r>
                  <a:endParaRPr lang="en-US" altLang="zh-CN">
                    <a:solidFill>
                      <a:schemeClr val="tx1">
                        <a:lumMod val="65000"/>
                        <a:lumOff val="35000"/>
                      </a:schemeClr>
                    </a:solidFill>
                  </a:endParaRPr>
                </a:p>
                <a:p>
                  <a:pPr algn="just" defTabSz="625475">
                    <a:lnSpc>
                      <a:spcPct val="120000"/>
                    </a:lnSpc>
                  </a:pPr>
                  <a:r>
                    <a:rPr lang="en-US" altLang="zh-CN">
                      <a:solidFill>
                        <a:schemeClr val="tx1">
                          <a:lumMod val="65000"/>
                          <a:lumOff val="35000"/>
                        </a:schemeClr>
                      </a:solidFill>
                    </a:rPr>
                    <a:t>else if(</a:t>
                  </a:r>
                  <a:r>
                    <a:rPr lang="zh-CN" altLang="en-US">
                      <a:solidFill>
                        <a:schemeClr val="tx1">
                          <a:lumMod val="65000"/>
                          <a:lumOff val="35000"/>
                        </a:schemeClr>
                      </a:solidFill>
                    </a:rPr>
                    <a:t>表达式</a:t>
                  </a:r>
                  <a:r>
                    <a:rPr lang="en-US" altLang="zh-CN">
                      <a:solidFill>
                        <a:schemeClr val="tx1">
                          <a:lumMod val="65000"/>
                          <a:lumOff val="35000"/>
                        </a:schemeClr>
                      </a:solidFill>
                    </a:rPr>
                    <a:t>2) 	</a:t>
                  </a:r>
                  <a:r>
                    <a:rPr lang="zh-CN" altLang="en-US">
                      <a:solidFill>
                        <a:schemeClr val="tx1">
                          <a:lumMod val="65000"/>
                          <a:lumOff val="35000"/>
                        </a:schemeClr>
                      </a:solidFill>
                    </a:rPr>
                    <a:t>语句</a:t>
                  </a:r>
                  <a:r>
                    <a:rPr lang="en-US" altLang="zh-CN">
                      <a:solidFill>
                        <a:schemeClr val="tx1">
                          <a:lumMod val="65000"/>
                          <a:lumOff val="35000"/>
                        </a:schemeClr>
                      </a:solidFill>
                    </a:rPr>
                    <a:t>2</a:t>
                  </a:r>
                  <a:endParaRPr lang="en-US" altLang="zh-CN">
                    <a:solidFill>
                      <a:schemeClr val="tx1">
                        <a:lumMod val="65000"/>
                        <a:lumOff val="35000"/>
                      </a:schemeClr>
                    </a:solidFill>
                  </a:endParaRPr>
                </a:p>
                <a:p>
                  <a:pPr algn="just" defTabSz="625475">
                    <a:lnSpc>
                      <a:spcPct val="120000"/>
                    </a:lnSpc>
                  </a:pPr>
                  <a:r>
                    <a:rPr lang="en-US" altLang="zh-CN">
                      <a:solidFill>
                        <a:schemeClr val="tx1">
                          <a:lumMod val="65000"/>
                          <a:lumOff val="35000"/>
                        </a:schemeClr>
                      </a:solidFill>
                    </a:rPr>
                    <a:t>else if(</a:t>
                  </a:r>
                  <a:r>
                    <a:rPr lang="zh-CN" altLang="en-US">
                      <a:solidFill>
                        <a:schemeClr val="tx1">
                          <a:lumMod val="65000"/>
                          <a:lumOff val="35000"/>
                        </a:schemeClr>
                      </a:solidFill>
                    </a:rPr>
                    <a:t>表达式</a:t>
                  </a:r>
                  <a:r>
                    <a:rPr lang="en-US" altLang="zh-CN">
                      <a:solidFill>
                        <a:schemeClr val="tx1">
                          <a:lumMod val="65000"/>
                          <a:lumOff val="35000"/>
                        </a:schemeClr>
                      </a:solidFill>
                    </a:rPr>
                    <a:t>3) 	</a:t>
                  </a:r>
                  <a:r>
                    <a:rPr lang="zh-CN" altLang="en-US">
                      <a:solidFill>
                        <a:schemeClr val="tx1">
                          <a:lumMod val="65000"/>
                          <a:lumOff val="35000"/>
                        </a:schemeClr>
                      </a:solidFill>
                    </a:rPr>
                    <a:t>语句</a:t>
                  </a:r>
                  <a:r>
                    <a:rPr lang="en-US" altLang="zh-CN">
                      <a:solidFill>
                        <a:schemeClr val="tx1">
                          <a:lumMod val="65000"/>
                          <a:lumOff val="35000"/>
                        </a:schemeClr>
                      </a:solidFill>
                    </a:rPr>
                    <a:t>3</a:t>
                  </a:r>
                  <a:endParaRPr lang="en-US" altLang="zh-CN">
                    <a:solidFill>
                      <a:schemeClr val="tx1">
                        <a:lumMod val="65000"/>
                        <a:lumOff val="35000"/>
                      </a:schemeClr>
                    </a:solidFill>
                  </a:endParaRPr>
                </a:p>
                <a:p>
                  <a:pPr algn="just" defTabSz="625475">
                    <a:lnSpc>
                      <a:spcPct val="120000"/>
                    </a:lnSpc>
                  </a:pPr>
                  <a:r>
                    <a:rPr lang="en-US" altLang="zh-CN">
                      <a:solidFill>
                        <a:schemeClr val="tx1">
                          <a:lumMod val="65000"/>
                          <a:lumOff val="35000"/>
                        </a:schemeClr>
                      </a:solidFill>
                    </a:rPr>
                    <a:t></a:t>
                  </a:r>
                  <a14:m>
                    <m:oMath xmlns:m="http://schemas.openxmlformats.org/officeDocument/2006/math">
                      <m:r>
                        <a:rPr lang="en-US" altLang="zh-CN" i="1">
                          <a:solidFill>
                            <a:schemeClr val="tx1">
                              <a:lumMod val="65000"/>
                              <a:lumOff val="35000"/>
                            </a:schemeClr>
                          </a:solidFill>
                          <a:latin typeface="Cambria Math" panose="02040503050406030204" pitchFamily="18" charset="0"/>
                          <a:ea typeface="Cambria Math" panose="02040503050406030204" pitchFamily="18" charset="0"/>
                        </a:rPr>
                        <m:t>⋮</m:t>
                      </m:r>
                    </m:oMath>
                  </a14:m>
                  <a:r>
                    <a:rPr lang="en-US" altLang="zh-CN">
                      <a:solidFill>
                        <a:schemeClr val="tx1">
                          <a:lumMod val="65000"/>
                          <a:lumOff val="35000"/>
                        </a:schemeClr>
                      </a:solidFill>
                      <a:ea typeface="Cambria Math" panose="02040503050406030204" pitchFamily="18" charset="0"/>
                    </a:rPr>
                    <a:t>			    </a:t>
                  </a:r>
                  <a14:m>
                    <m:oMath xmlns:m="http://schemas.openxmlformats.org/officeDocument/2006/math">
                      <m:r>
                        <a:rPr lang="en-US" altLang="zh-CN" i="1">
                          <a:solidFill>
                            <a:schemeClr val="tx1">
                              <a:lumMod val="65000"/>
                              <a:lumOff val="35000"/>
                            </a:schemeClr>
                          </a:solidFill>
                          <a:latin typeface="Cambria Math" panose="02040503050406030204" pitchFamily="18" charset="0"/>
                          <a:ea typeface="Cambria Math" panose="02040503050406030204" pitchFamily="18" charset="0"/>
                        </a:rPr>
                        <m:t>⋮</m:t>
                      </m:r>
                    </m:oMath>
                  </a14:m>
                  <a:endParaRPr lang="en-US" altLang="zh-CN">
                    <a:solidFill>
                      <a:schemeClr val="tx1">
                        <a:lumMod val="65000"/>
                        <a:lumOff val="35000"/>
                      </a:schemeClr>
                    </a:solidFill>
                    <a:ea typeface="Cambria Math" panose="02040503050406030204" pitchFamily="18" charset="0"/>
                  </a:endParaRPr>
                </a:p>
                <a:p>
                  <a:pPr algn="just" defTabSz="625475">
                    <a:lnSpc>
                      <a:spcPct val="120000"/>
                    </a:lnSpc>
                  </a:pPr>
                  <a:r>
                    <a:rPr lang="en-US" altLang="zh-CN">
                      <a:solidFill>
                        <a:schemeClr val="tx1">
                          <a:lumMod val="65000"/>
                          <a:lumOff val="35000"/>
                        </a:schemeClr>
                      </a:solidFill>
                    </a:rPr>
                    <a:t>else if(</a:t>
                  </a:r>
                  <a:r>
                    <a:rPr lang="zh-CN" altLang="en-US">
                      <a:solidFill>
                        <a:schemeClr val="tx1">
                          <a:lumMod val="65000"/>
                          <a:lumOff val="35000"/>
                        </a:schemeClr>
                      </a:solidFill>
                    </a:rPr>
                    <a:t>表达式</a:t>
                  </a:r>
                  <a:r>
                    <a:rPr lang="en-US" altLang="zh-CN">
                      <a:solidFill>
                        <a:schemeClr val="tx1">
                          <a:lumMod val="65000"/>
                          <a:lumOff val="35000"/>
                        </a:schemeClr>
                      </a:solidFill>
                    </a:rPr>
                    <a:t>m) 	</a:t>
                  </a:r>
                  <a:r>
                    <a:rPr lang="zh-CN" altLang="en-US">
                      <a:solidFill>
                        <a:schemeClr val="tx1">
                          <a:lumMod val="65000"/>
                          <a:lumOff val="35000"/>
                        </a:schemeClr>
                      </a:solidFill>
                    </a:rPr>
                    <a:t>语句</a:t>
                  </a:r>
                  <a:r>
                    <a:rPr lang="en-US" altLang="zh-CN">
                      <a:solidFill>
                        <a:schemeClr val="tx1">
                          <a:lumMod val="65000"/>
                          <a:lumOff val="35000"/>
                        </a:schemeClr>
                      </a:solidFill>
                    </a:rPr>
                    <a:t>m</a:t>
                  </a:r>
                  <a:endParaRPr lang="en-US" altLang="zh-CN">
                    <a:solidFill>
                      <a:schemeClr val="tx1">
                        <a:lumMod val="65000"/>
                        <a:lumOff val="35000"/>
                      </a:schemeClr>
                    </a:solidFill>
                  </a:endParaRPr>
                </a:p>
                <a:p>
                  <a:pPr algn="just" defTabSz="625475">
                    <a:lnSpc>
                      <a:spcPct val="120000"/>
                    </a:lnSpc>
                  </a:pPr>
                  <a:r>
                    <a:rPr lang="en-US" altLang="zh-CN">
                      <a:solidFill>
                        <a:schemeClr val="tx1">
                          <a:lumMod val="65000"/>
                          <a:lumOff val="35000"/>
                        </a:schemeClr>
                      </a:solidFill>
                    </a:rPr>
                    <a:t>else			</a:t>
                  </a:r>
                  <a:r>
                    <a:rPr lang="zh-CN" altLang="en-US">
                      <a:solidFill>
                        <a:schemeClr val="tx1">
                          <a:lumMod val="65000"/>
                          <a:lumOff val="35000"/>
                        </a:schemeClr>
                      </a:solidFill>
                    </a:rPr>
                    <a:t>语句</a:t>
                  </a:r>
                  <a:r>
                    <a:rPr lang="en-US" altLang="zh-CN">
                      <a:solidFill>
                        <a:schemeClr val="tx1">
                          <a:lumMod val="65000"/>
                          <a:lumOff val="35000"/>
                        </a:schemeClr>
                      </a:solidFill>
                    </a:rPr>
                    <a:t>m+1</a:t>
                  </a:r>
                  <a:endParaRPr lang="en-US" altLang="zh-CN">
                    <a:solidFill>
                      <a:schemeClr val="tx1">
                        <a:lumMod val="65000"/>
                        <a:lumOff val="35000"/>
                      </a:schemeClr>
                    </a:solidFill>
                  </a:endParaRPr>
                </a:p>
              </p:txBody>
            </p:sp>
          </mc:Choice>
          <mc:Fallback>
            <p:sp>
              <p:nvSpPr>
                <p:cNvPr id="30" name="MH_Text_1"/>
                <p:cNvSpPr>
                  <a:spLocks noRot="1" noChangeAspect="1" noMove="1" noResize="1" noEditPoints="1" noAdjustHandles="1" noChangeArrowheads="1" noChangeShapeType="1" noTextEdit="1"/>
                </p:cNvSpPr>
                <p:nvPr/>
              </p:nvSpPr>
              <p:spPr>
                <a:xfrm>
                  <a:off x="6132870" y="3098119"/>
                  <a:ext cx="5136519" cy="2080408"/>
                </a:xfrm>
                <a:prstGeom prst="rect">
                  <a:avLst/>
                </a:prstGeom>
                <a:blipFill rotWithShape="1">
                  <a:blip r:embed="rId1"/>
                </a:blipFill>
                <a:ln w="9525" cap="flat" cmpd="sng" algn="ctr">
                  <a:solidFill>
                    <a:schemeClr val="accent2"/>
                  </a:solidFill>
                  <a:prstDash val="solid"/>
                </a:ln>
                <a:effectLst/>
              </p:spPr>
              <p:txBody>
                <a:bodyPr/>
                <a:lstStyle/>
                <a:p>
                  <a:r>
                    <a:rPr lang="zh-CN" altLang="en-US">
                      <a:noFill/>
                    </a:rPr>
                    <a:t> </a:t>
                  </a:r>
                  <a:endParaRPr lang="zh-CN" altLang="en-US">
                    <a:noFill/>
                  </a:endParaRPr>
                </a:p>
              </p:txBody>
            </p:sp>
          </mc:Fallback>
        </mc:AlternateContent>
        <p:sp>
          <p:nvSpPr>
            <p:cNvPr id="34" name="MH_Other_1"/>
            <p:cNvSpPr/>
            <p:nvPr>
              <p:custDataLst>
                <p:tags r:id="rId2"/>
              </p:custDataLst>
            </p:nvPr>
          </p:nvSpPr>
          <p:spPr>
            <a:xfrm>
              <a:off x="6167948" y="2772112"/>
              <a:ext cx="5136519" cy="390239"/>
            </a:xfrm>
            <a:prstGeom prst="round2SameRect">
              <a:avLst>
                <a:gd name="adj1" fmla="val 20839"/>
                <a:gd name="adj2" fmla="val 0"/>
              </a:avLst>
            </a:prstGeom>
            <a:solidFill>
              <a:schemeClr val="accent2">
                <a:lumMod val="20000"/>
                <a:lumOff val="80000"/>
              </a:schemeClr>
            </a:solidFill>
            <a:ln w="9525" cap="flat" cmpd="sng" algn="ctr">
              <a:solidFill>
                <a:schemeClr val="accent2"/>
              </a:solidFill>
              <a:prstDash val="solid"/>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defRPr/>
              </a:pPr>
              <a:r>
                <a:rPr lang="zh-CN" altLang="en-US" smtClean="0">
                  <a:solidFill>
                    <a:schemeClr val="tx1">
                      <a:lumMod val="50000"/>
                      <a:lumOff val="50000"/>
                    </a:schemeClr>
                  </a:solidFill>
                  <a:latin typeface="微软雅黑" panose="020B0503020204020204" pitchFamily="34" charset="-122"/>
                  <a:ea typeface="微软雅黑" panose="020B0503020204020204" pitchFamily="34" charset="-122"/>
                </a:rPr>
                <a:t>形式</a:t>
              </a:r>
              <a:r>
                <a:rPr lang="en-US" altLang="zh-CN" smtClean="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600" smtClean="0">
                  <a:solidFill>
                    <a:schemeClr val="tx1">
                      <a:lumMod val="50000"/>
                      <a:lumOff val="50000"/>
                    </a:schemeClr>
                  </a:solidFill>
                  <a:latin typeface="微软雅黑" panose="020B0503020204020204" pitchFamily="34" charset="-122"/>
                  <a:ea typeface="微软雅黑" panose="020B0503020204020204" pitchFamily="34" charset="-122"/>
                </a:rPr>
                <a:t>在</a:t>
              </a:r>
              <a:r>
                <a:rPr lang="en-US" altLang="zh-CN" sz="1600">
                  <a:solidFill>
                    <a:schemeClr val="tx1">
                      <a:lumMod val="50000"/>
                      <a:lumOff val="50000"/>
                    </a:schemeClr>
                  </a:solidFill>
                  <a:latin typeface="微软雅黑" panose="020B0503020204020204" pitchFamily="34" charset="-122"/>
                  <a:ea typeface="微软雅黑" panose="020B0503020204020204" pitchFamily="34" charset="-122"/>
                </a:rPr>
                <a:t>else</a:t>
              </a:r>
              <a:r>
                <a:rPr lang="zh-CN" altLang="en-US" sz="1600">
                  <a:solidFill>
                    <a:schemeClr val="tx1">
                      <a:lumMod val="50000"/>
                      <a:lumOff val="50000"/>
                    </a:schemeClr>
                  </a:solidFill>
                  <a:latin typeface="微软雅黑" panose="020B0503020204020204" pitchFamily="34" charset="-122"/>
                  <a:ea typeface="微软雅黑" panose="020B0503020204020204" pitchFamily="34" charset="-122"/>
                </a:rPr>
                <a:t>部分又嵌套了多层的</a:t>
              </a:r>
              <a:r>
                <a:rPr lang="en-US" altLang="zh-CN" sz="1600">
                  <a:solidFill>
                    <a:schemeClr val="tx1">
                      <a:lumMod val="50000"/>
                      <a:lumOff val="50000"/>
                    </a:schemeClr>
                  </a:solidFill>
                  <a:latin typeface="微软雅黑" panose="020B0503020204020204" pitchFamily="34" charset="-122"/>
                  <a:ea typeface="微软雅黑" panose="020B0503020204020204" pitchFamily="34" charset="-122"/>
                </a:rPr>
                <a:t>if</a:t>
              </a:r>
              <a:r>
                <a:rPr lang="zh-CN" altLang="en-US" sz="1600">
                  <a:solidFill>
                    <a:schemeClr val="tx1">
                      <a:lumMod val="50000"/>
                      <a:lumOff val="50000"/>
                    </a:schemeClr>
                  </a:solidFill>
                  <a:latin typeface="微软雅黑" panose="020B0503020204020204" pitchFamily="34" charset="-122"/>
                  <a:ea typeface="微软雅黑" panose="020B0503020204020204" pitchFamily="34" charset="-122"/>
                </a:rPr>
                <a:t>语句</a:t>
              </a:r>
              <a:endParaRPr lang="en-US" sz="160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
        <p:nvSpPr>
          <p:cNvPr id="8" name="文本框 7"/>
          <p:cNvSpPr txBox="1"/>
          <p:nvPr/>
        </p:nvSpPr>
        <p:spPr>
          <a:xfrm>
            <a:off x="2098040" y="4279900"/>
            <a:ext cx="7995920" cy="2030095"/>
          </a:xfrm>
          <a:prstGeom prst="rect">
            <a:avLst/>
          </a:prstGeom>
          <a:noFill/>
        </p:spPr>
        <p:txBody>
          <a:bodyPr wrap="square" rtlCol="0">
            <a:spAutoFit/>
          </a:bodyPr>
          <a:p>
            <a:r>
              <a:rPr lang="zh-CN" altLang="en-US"/>
              <a:t>当表达式</a:t>
            </a:r>
            <a:r>
              <a:rPr lang="en-US" altLang="zh-CN"/>
              <a:t>1</a:t>
            </a:r>
            <a:r>
              <a:rPr lang="zh-CN" altLang="en-US"/>
              <a:t>为真时，执行语句</a:t>
            </a:r>
            <a:r>
              <a:rPr lang="en-US" altLang="zh-CN"/>
              <a:t>1</a:t>
            </a:r>
            <a:r>
              <a:rPr lang="zh-CN" altLang="en-US"/>
              <a:t>，为假时，执行表达式</a:t>
            </a:r>
            <a:r>
              <a:rPr lang="en-US" altLang="zh-CN"/>
              <a:t>2</a:t>
            </a:r>
            <a:r>
              <a:rPr lang="zh-CN" altLang="en-US"/>
              <a:t>的判断，当表达式</a:t>
            </a:r>
            <a:r>
              <a:rPr lang="en-US" altLang="zh-CN"/>
              <a:t>2</a:t>
            </a:r>
            <a:r>
              <a:rPr lang="zh-CN" altLang="en-US"/>
              <a:t>为真时，执行语句</a:t>
            </a:r>
            <a:r>
              <a:rPr lang="en-US" altLang="zh-CN"/>
              <a:t>2</a:t>
            </a:r>
            <a:r>
              <a:rPr lang="zh-CN" altLang="en-US"/>
              <a:t>，为假时，执行表达式</a:t>
            </a:r>
            <a:r>
              <a:rPr lang="en-US" altLang="zh-CN"/>
              <a:t>3</a:t>
            </a:r>
            <a:r>
              <a:rPr lang="zh-CN" altLang="en-US"/>
              <a:t>的判断，以此连续</a:t>
            </a:r>
            <a:r>
              <a:rPr lang="en-US" altLang="zh-CN"/>
              <a:t>······</a:t>
            </a:r>
            <a:endParaRPr lang="en-US" altLang="zh-CN"/>
          </a:p>
          <a:p>
            <a:endParaRPr lang="en-US" altLang="zh-CN"/>
          </a:p>
          <a:p>
            <a:r>
              <a:rPr lang="zh-CN" altLang="en-US"/>
              <a:t>其中的表达式：</a:t>
            </a:r>
            <a:endParaRPr lang="zh-CN" altLang="en-US"/>
          </a:p>
          <a:p>
            <a:r>
              <a:rPr lang="zh-CN" altLang="en-US"/>
              <a:t>比较表达式：例如a &gt; b、x == y等。</a:t>
            </a:r>
            <a:endParaRPr lang="zh-CN" altLang="en-US"/>
          </a:p>
          <a:p>
            <a:r>
              <a:rPr lang="zh-CN" altLang="en-US"/>
              <a:t>逻辑表达式：例如a &amp;&amp; b、x || y等。</a:t>
            </a:r>
            <a:endParaRPr lang="zh-CN" altLang="en-US"/>
          </a:p>
          <a:p>
            <a:r>
              <a:rPr lang="zh-CN" altLang="en-US"/>
              <a:t>函数调用：例如is_leap_year()等。关注返回值！</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828800" y="521970"/>
            <a:ext cx="9561195" cy="1322070"/>
          </a:xfrm>
          <a:prstGeom prst="rect">
            <a:avLst/>
          </a:prstGeom>
          <a:noFill/>
        </p:spPr>
        <p:txBody>
          <a:bodyPr wrap="square" rtlCol="0">
            <a:spAutoFit/>
          </a:bodyPr>
          <a:p>
            <a:r>
              <a:rPr lang="en-US" altLang="zh-CN" sz="4000" b="1">
                <a:latin typeface="+mj-ea"/>
                <a:ea typeface="+mj-ea"/>
                <a:cs typeface="+mj-ea"/>
              </a:rPr>
              <a:t>if</a:t>
            </a:r>
            <a:r>
              <a:rPr lang="zh-CN" altLang="en-US" sz="4000" b="1">
                <a:latin typeface="+mj-ea"/>
                <a:ea typeface="+mj-ea"/>
                <a:cs typeface="+mj-ea"/>
              </a:rPr>
              <a:t>语句</a:t>
            </a:r>
            <a:endParaRPr lang="zh-CN" altLang="en-US" sz="4000" b="1">
              <a:latin typeface="+mj-ea"/>
              <a:ea typeface="+mj-ea"/>
              <a:cs typeface="+mj-ea"/>
            </a:endParaRPr>
          </a:p>
          <a:p>
            <a:endParaRPr lang="zh-CN" altLang="en-US" sz="4000" b="1">
              <a:latin typeface="+mj-ea"/>
              <a:ea typeface="+mj-ea"/>
              <a:cs typeface="+mj-ea"/>
            </a:endParaRPr>
          </a:p>
        </p:txBody>
      </p:sp>
      <p:sp>
        <p:nvSpPr>
          <p:cNvPr id="4" name="文本框 3"/>
          <p:cNvSpPr txBox="1"/>
          <p:nvPr/>
        </p:nvSpPr>
        <p:spPr>
          <a:xfrm>
            <a:off x="1892935" y="1149985"/>
            <a:ext cx="8714105" cy="583565"/>
          </a:xfrm>
          <a:prstGeom prst="rect">
            <a:avLst/>
          </a:prstGeom>
          <a:noFill/>
        </p:spPr>
        <p:txBody>
          <a:bodyPr wrap="square" rtlCol="0" anchor="t">
            <a:spAutoFit/>
          </a:bodyPr>
          <a:p>
            <a:r>
              <a:rPr lang="zh-CN" altLang="en-US" sz="3200" b="1">
                <a:latin typeface="+mn-ea"/>
                <a:cs typeface="+mn-ea"/>
                <a:sym typeface="+mn-ea"/>
              </a:rPr>
              <a:t>嵌套的</a:t>
            </a:r>
            <a:r>
              <a:rPr lang="en-US" altLang="zh-CN" sz="3200" b="1">
                <a:latin typeface="+mn-ea"/>
                <a:cs typeface="+mn-ea"/>
                <a:sym typeface="+mn-ea"/>
              </a:rPr>
              <a:t>if</a:t>
            </a:r>
            <a:r>
              <a:rPr lang="zh-CN" altLang="en-US" sz="3200" b="1">
                <a:latin typeface="+mn-ea"/>
                <a:cs typeface="+mn-ea"/>
                <a:sym typeface="+mn-ea"/>
              </a:rPr>
              <a:t>语句</a:t>
            </a:r>
            <a:endParaRPr lang="zh-CN" altLang="en-US" sz="3200"/>
          </a:p>
        </p:txBody>
      </p:sp>
      <p:sp>
        <p:nvSpPr>
          <p:cNvPr id="8" name="矩形 7"/>
          <p:cNvSpPr/>
          <p:nvPr/>
        </p:nvSpPr>
        <p:spPr>
          <a:xfrm>
            <a:off x="1892300" y="1638935"/>
            <a:ext cx="2830195" cy="25063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nSpc>
                <a:spcPct val="150000"/>
              </a:lnSpc>
            </a:pPr>
            <a:r>
              <a:rPr lang="en-US" altLang="zh-CN" b="1"/>
              <a:t>if()</a:t>
            </a:r>
            <a:endParaRPr lang="en-US" altLang="zh-CN" b="1"/>
          </a:p>
          <a:p>
            <a:pPr>
              <a:lnSpc>
                <a:spcPct val="150000"/>
              </a:lnSpc>
            </a:pPr>
            <a:r>
              <a:rPr lang="en-US" altLang="zh-CN" b="1" smtClean="0"/>
              <a:t>	if()  </a:t>
            </a:r>
            <a:r>
              <a:rPr lang="zh-CN" altLang="en-US" b="1" smtClean="0"/>
              <a:t>语句</a:t>
            </a:r>
            <a:r>
              <a:rPr lang="en-US" altLang="zh-CN" b="1"/>
              <a:t>1</a:t>
            </a:r>
            <a:endParaRPr lang="en-US" altLang="zh-CN" b="1"/>
          </a:p>
          <a:p>
            <a:pPr>
              <a:lnSpc>
                <a:spcPct val="150000"/>
              </a:lnSpc>
            </a:pPr>
            <a:r>
              <a:rPr lang="en-US" altLang="zh-CN" b="1" smtClean="0"/>
              <a:t>	else  </a:t>
            </a:r>
            <a:r>
              <a:rPr lang="zh-CN" altLang="en-US" b="1" smtClean="0"/>
              <a:t>语句</a:t>
            </a:r>
            <a:r>
              <a:rPr lang="en-US" altLang="zh-CN" b="1" smtClean="0"/>
              <a:t>2</a:t>
            </a:r>
            <a:endParaRPr lang="en-US" altLang="zh-CN" b="1"/>
          </a:p>
          <a:p>
            <a:pPr>
              <a:lnSpc>
                <a:spcPct val="150000"/>
              </a:lnSpc>
            </a:pPr>
            <a:r>
              <a:rPr lang="en-US" altLang="zh-CN" b="1"/>
              <a:t>else</a:t>
            </a:r>
            <a:endParaRPr lang="en-US" altLang="zh-CN" b="1"/>
          </a:p>
          <a:p>
            <a:pPr>
              <a:lnSpc>
                <a:spcPct val="150000"/>
              </a:lnSpc>
            </a:pPr>
            <a:r>
              <a:rPr lang="en-US" altLang="zh-CN" b="1" smtClean="0"/>
              <a:t>	if()  </a:t>
            </a:r>
            <a:r>
              <a:rPr lang="zh-CN" altLang="en-US" b="1" smtClean="0"/>
              <a:t>语句</a:t>
            </a:r>
            <a:r>
              <a:rPr lang="en-US" altLang="zh-CN" b="1"/>
              <a:t>3</a:t>
            </a:r>
            <a:endParaRPr lang="en-US" altLang="zh-CN" b="1"/>
          </a:p>
          <a:p>
            <a:pPr>
              <a:lnSpc>
                <a:spcPct val="150000"/>
              </a:lnSpc>
            </a:pPr>
            <a:r>
              <a:rPr lang="en-US" altLang="zh-CN" b="1" smtClean="0"/>
              <a:t>	else  </a:t>
            </a:r>
            <a:r>
              <a:rPr lang="zh-CN" altLang="en-US" b="1" smtClean="0"/>
              <a:t>语句</a:t>
            </a:r>
            <a:r>
              <a:rPr lang="en-US" altLang="zh-CN" b="1" smtClean="0"/>
              <a:t>4</a:t>
            </a:r>
            <a:endParaRPr lang="zh-CN" altLang="en-US" b="1"/>
          </a:p>
        </p:txBody>
      </p:sp>
      <p:sp>
        <p:nvSpPr>
          <p:cNvPr id="9" name="文本框 8"/>
          <p:cNvSpPr txBox="1"/>
          <p:nvPr/>
        </p:nvSpPr>
        <p:spPr>
          <a:xfrm>
            <a:off x="5147945" y="1638935"/>
            <a:ext cx="6852920" cy="521970"/>
          </a:xfrm>
          <a:prstGeom prst="rect">
            <a:avLst/>
          </a:prstGeom>
          <a:noFill/>
        </p:spPr>
        <p:txBody>
          <a:bodyPr wrap="square" rtlCol="0">
            <a:spAutoFit/>
          </a:bodyPr>
          <a:p>
            <a:r>
              <a:rPr lang="en-US" altLang="zh-CN" sz="2800" b="1">
                <a:latin typeface="+mn-ea"/>
                <a:cs typeface="+mn-ea"/>
              </a:rPr>
              <a:t>##############</a:t>
            </a:r>
            <a:r>
              <a:rPr lang="zh-CN" altLang="en-US" sz="2800" b="1">
                <a:latin typeface="+mn-ea"/>
                <a:cs typeface="+mn-ea"/>
              </a:rPr>
              <a:t>注意</a:t>
            </a:r>
            <a:r>
              <a:rPr lang="en-US" altLang="zh-CN" sz="2800" b="1">
                <a:latin typeface="+mn-ea"/>
                <a:cs typeface="+mn-ea"/>
              </a:rPr>
              <a:t>##################</a:t>
            </a:r>
            <a:endParaRPr lang="en-US" altLang="zh-CN" sz="2800" b="1">
              <a:latin typeface="+mn-ea"/>
              <a:cs typeface="+mn-ea"/>
            </a:endParaRPr>
          </a:p>
        </p:txBody>
      </p:sp>
      <p:sp>
        <p:nvSpPr>
          <p:cNvPr id="10" name="文本框 9"/>
          <p:cNvSpPr txBox="1"/>
          <p:nvPr/>
        </p:nvSpPr>
        <p:spPr>
          <a:xfrm>
            <a:off x="5244465" y="2021205"/>
            <a:ext cx="4163695" cy="368300"/>
          </a:xfrm>
          <a:prstGeom prst="rect">
            <a:avLst/>
          </a:prstGeom>
          <a:noFill/>
        </p:spPr>
        <p:txBody>
          <a:bodyPr wrap="square" rtlCol="0">
            <a:spAutoFit/>
          </a:bodyPr>
          <a:p>
            <a:r>
              <a:rPr lang="en-US" altLang="zh-CN" b="1"/>
              <a:t>if</a:t>
            </a:r>
            <a:r>
              <a:rPr lang="zh-CN" altLang="en-US" b="1"/>
              <a:t>与</a:t>
            </a:r>
            <a:r>
              <a:rPr lang="en-US" altLang="zh-CN" b="1"/>
              <a:t>else</a:t>
            </a:r>
            <a:r>
              <a:rPr lang="zh-CN" altLang="en-US" b="1"/>
              <a:t>的配对关系</a:t>
            </a:r>
            <a:endParaRPr lang="zh-CN" altLang="en-US" b="1"/>
          </a:p>
        </p:txBody>
      </p:sp>
      <p:sp>
        <p:nvSpPr>
          <p:cNvPr id="11" name="文本框 10"/>
          <p:cNvSpPr txBox="1"/>
          <p:nvPr/>
        </p:nvSpPr>
        <p:spPr>
          <a:xfrm>
            <a:off x="5380990" y="2389505"/>
            <a:ext cx="5386705" cy="922020"/>
          </a:xfrm>
          <a:prstGeom prst="rect">
            <a:avLst/>
          </a:prstGeom>
          <a:noFill/>
        </p:spPr>
        <p:txBody>
          <a:bodyPr wrap="square" rtlCol="0">
            <a:spAutoFit/>
          </a:bodyPr>
          <a:p>
            <a:r>
              <a:rPr lang="en-US" altLang="zh-CN" smtClean="0">
                <a:solidFill>
                  <a:srgbClr val="1C1C1C"/>
                </a:solidFill>
                <a:sym typeface="+mn-ea"/>
              </a:rPr>
              <a:t>1.</a:t>
            </a:r>
            <a:r>
              <a:rPr lang="en-US" altLang="zh-CN" smtClean="0">
                <a:solidFill>
                  <a:srgbClr val="1C1C1C"/>
                </a:solidFill>
                <a:latin typeface="+mn-ea"/>
                <a:cs typeface="+mn-ea"/>
                <a:sym typeface="+mn-ea"/>
              </a:rPr>
              <a:t>else</a:t>
            </a:r>
            <a:r>
              <a:rPr lang="zh-CN" altLang="en-US">
                <a:solidFill>
                  <a:srgbClr val="1C1C1C"/>
                </a:solidFill>
                <a:latin typeface="+mn-ea"/>
                <a:cs typeface="+mn-ea"/>
                <a:sym typeface="+mn-ea"/>
              </a:rPr>
              <a:t>总是与它上面的最近的未配对的</a:t>
            </a:r>
            <a:r>
              <a:rPr lang="en-US" altLang="zh-CN">
                <a:solidFill>
                  <a:srgbClr val="1C1C1C"/>
                </a:solidFill>
                <a:latin typeface="+mn-ea"/>
                <a:cs typeface="+mn-ea"/>
                <a:sym typeface="+mn-ea"/>
              </a:rPr>
              <a:t>if</a:t>
            </a:r>
            <a:r>
              <a:rPr lang="zh-CN" altLang="en-US">
                <a:solidFill>
                  <a:srgbClr val="1C1C1C"/>
                </a:solidFill>
                <a:latin typeface="+mn-ea"/>
                <a:cs typeface="+mn-ea"/>
                <a:sym typeface="+mn-ea"/>
              </a:rPr>
              <a:t>配对</a:t>
            </a:r>
            <a:r>
              <a:rPr lang="zh-CN" altLang="en-US" smtClean="0">
                <a:solidFill>
                  <a:srgbClr val="1C1C1C"/>
                </a:solidFill>
                <a:latin typeface="+mn-ea"/>
                <a:cs typeface="+mn-ea"/>
                <a:sym typeface="+mn-ea"/>
              </a:rPr>
              <a:t>。</a:t>
            </a:r>
            <a:endParaRPr lang="zh-CN" altLang="en-US" smtClean="0">
              <a:solidFill>
                <a:srgbClr val="1C1C1C"/>
              </a:solidFill>
              <a:sym typeface="+mn-ea"/>
            </a:endParaRPr>
          </a:p>
          <a:p>
            <a:r>
              <a:rPr lang="en-US" altLang="zh-CN" smtClean="0">
                <a:solidFill>
                  <a:srgbClr val="1C1C1C"/>
                </a:solidFill>
                <a:sym typeface="+mn-ea"/>
              </a:rPr>
              <a:t>2.                                          </a:t>
            </a:r>
            <a:endParaRPr lang="en-US" altLang="zh-CN" smtClean="0">
              <a:solidFill>
                <a:srgbClr val="1C1C1C"/>
              </a:solidFill>
            </a:endParaRPr>
          </a:p>
          <a:p>
            <a:endParaRPr lang="zh-CN" altLang="en-US"/>
          </a:p>
        </p:txBody>
      </p:sp>
      <p:sp>
        <p:nvSpPr>
          <p:cNvPr id="39" name="圆角矩形 38"/>
          <p:cNvSpPr/>
          <p:nvPr/>
        </p:nvSpPr>
        <p:spPr>
          <a:xfrm>
            <a:off x="5678721" y="2750032"/>
            <a:ext cx="2067340" cy="1667238"/>
          </a:xfrm>
          <a:prstGeom prst="roundRect">
            <a:avLst>
              <a:gd name="adj" fmla="val 1849"/>
            </a:avLst>
          </a:prstGeom>
        </p:spPr>
        <p:style>
          <a:lnRef idx="2">
            <a:schemeClr val="accent1"/>
          </a:lnRef>
          <a:fillRef idx="1">
            <a:schemeClr val="lt1"/>
          </a:fillRef>
          <a:effectRef idx="0">
            <a:schemeClr val="accent1"/>
          </a:effectRef>
          <a:fontRef idx="minor">
            <a:schemeClr val="dk1"/>
          </a:fontRef>
        </p:style>
        <p:txBody>
          <a:bodyPr rtlCol="0" anchor="t"/>
          <a:p>
            <a:pPr defTabSz="363855">
              <a:lnSpc>
                <a:spcPct val="120000"/>
              </a:lnSpc>
            </a:pPr>
            <a:r>
              <a:rPr lang="en-US" altLang="zh-CN" sz="1600"/>
              <a:t>if()</a:t>
            </a:r>
            <a:endParaRPr lang="en-US" altLang="zh-CN" sz="1600"/>
          </a:p>
          <a:p>
            <a:pPr defTabSz="363855">
              <a:lnSpc>
                <a:spcPct val="120000"/>
              </a:lnSpc>
            </a:pPr>
            <a:r>
              <a:rPr lang="en-US" altLang="zh-CN" sz="1600" smtClean="0"/>
              <a:t>	if()	</a:t>
            </a:r>
            <a:r>
              <a:rPr lang="zh-CN" altLang="en-US" sz="1600" smtClean="0"/>
              <a:t>语句</a:t>
            </a:r>
            <a:r>
              <a:rPr lang="en-US" altLang="zh-CN" sz="1600"/>
              <a:t>1</a:t>
            </a:r>
            <a:endParaRPr lang="en-US" altLang="zh-CN" sz="1600"/>
          </a:p>
          <a:p>
            <a:pPr defTabSz="363855">
              <a:lnSpc>
                <a:spcPct val="120000"/>
              </a:lnSpc>
            </a:pPr>
            <a:r>
              <a:rPr lang="en-US" altLang="zh-CN" sz="1600" smtClean="0"/>
              <a:t>else</a:t>
            </a:r>
            <a:endParaRPr lang="en-US" altLang="zh-CN" sz="1600"/>
          </a:p>
          <a:p>
            <a:pPr defTabSz="363855">
              <a:lnSpc>
                <a:spcPct val="120000"/>
              </a:lnSpc>
            </a:pPr>
            <a:r>
              <a:rPr lang="en-US" altLang="zh-CN" sz="1600" smtClean="0"/>
              <a:t>	if()	</a:t>
            </a:r>
            <a:r>
              <a:rPr lang="zh-CN" altLang="en-US" sz="1600" smtClean="0"/>
              <a:t>语句</a:t>
            </a:r>
            <a:r>
              <a:rPr lang="en-US" altLang="zh-CN" sz="1600"/>
              <a:t>2</a:t>
            </a:r>
            <a:endParaRPr lang="en-US" altLang="zh-CN" sz="1600"/>
          </a:p>
          <a:p>
            <a:pPr defTabSz="363855">
              <a:lnSpc>
                <a:spcPct val="120000"/>
              </a:lnSpc>
            </a:pPr>
            <a:r>
              <a:rPr lang="en-US" altLang="zh-CN" sz="1600" smtClean="0"/>
              <a:t>else		</a:t>
            </a:r>
            <a:r>
              <a:rPr lang="zh-CN" altLang="en-US" sz="1600" smtClean="0"/>
              <a:t>语句</a:t>
            </a:r>
            <a:r>
              <a:rPr lang="en-US" altLang="zh-CN" sz="1600"/>
              <a:t>3</a:t>
            </a:r>
            <a:endParaRPr lang="en-US" altLang="zh-CN" sz="1600"/>
          </a:p>
        </p:txBody>
      </p:sp>
      <p:sp>
        <p:nvSpPr>
          <p:cNvPr id="12" name="矩形 11"/>
          <p:cNvSpPr/>
          <p:nvPr/>
        </p:nvSpPr>
        <p:spPr>
          <a:xfrm>
            <a:off x="7823181" y="2750225"/>
            <a:ext cx="2616385" cy="2084070"/>
          </a:xfrm>
          <a:prstGeom prst="rect">
            <a:avLst/>
          </a:prstGeom>
        </p:spPr>
        <p:txBody>
          <a:bodyPr wrap="square">
            <a:spAutoFit/>
          </a:bodyPr>
          <a:p>
            <a:pPr>
              <a:lnSpc>
                <a:spcPct val="120000"/>
              </a:lnSpc>
            </a:pPr>
            <a:r>
              <a:rPr lang="zh-CN" altLang="en-US">
                <a:solidFill>
                  <a:schemeClr val="tx1">
                    <a:lumMod val="75000"/>
                    <a:lumOff val="25000"/>
                  </a:schemeClr>
                </a:solidFill>
              </a:rPr>
              <a:t>编程序者把else写在与第1个if(外层if)同一列</a:t>
            </a:r>
            <a:r>
              <a:rPr lang="zh-CN" altLang="en-US" smtClean="0">
                <a:solidFill>
                  <a:schemeClr val="tx1">
                    <a:lumMod val="75000"/>
                    <a:lumOff val="25000"/>
                  </a:schemeClr>
                </a:solidFill>
              </a:rPr>
              <a:t>上，意图</a:t>
            </a:r>
            <a:r>
              <a:rPr lang="zh-CN" altLang="en-US">
                <a:solidFill>
                  <a:schemeClr val="tx1">
                    <a:lumMod val="75000"/>
                    <a:lumOff val="25000"/>
                  </a:schemeClr>
                </a:solidFill>
              </a:rPr>
              <a:t>是使else与第1个if</a:t>
            </a:r>
            <a:r>
              <a:rPr lang="zh-CN" altLang="en-US" smtClean="0">
                <a:solidFill>
                  <a:schemeClr val="tx1">
                    <a:lumMod val="75000"/>
                    <a:lumOff val="25000"/>
                  </a:schemeClr>
                </a:solidFill>
              </a:rPr>
              <a:t>对应，但</a:t>
            </a:r>
            <a:r>
              <a:rPr lang="zh-CN" altLang="en-US">
                <a:solidFill>
                  <a:schemeClr val="tx1">
                    <a:lumMod val="75000"/>
                    <a:lumOff val="25000"/>
                  </a:schemeClr>
                </a:solidFill>
              </a:rPr>
              <a:t>实际上else是与第2个if</a:t>
            </a:r>
            <a:r>
              <a:rPr lang="zh-CN" altLang="en-US" smtClean="0">
                <a:solidFill>
                  <a:schemeClr val="tx1">
                    <a:lumMod val="75000"/>
                    <a:lumOff val="25000"/>
                  </a:schemeClr>
                </a:solidFill>
              </a:rPr>
              <a:t>配对，因为</a:t>
            </a:r>
            <a:r>
              <a:rPr lang="zh-CN" altLang="en-US">
                <a:solidFill>
                  <a:schemeClr val="tx1">
                    <a:lumMod val="75000"/>
                    <a:lumOff val="25000"/>
                  </a:schemeClr>
                </a:solidFill>
              </a:rPr>
              <a:t>它们相距最近</a:t>
            </a:r>
            <a:r>
              <a:rPr lang="zh-CN" altLang="en-US" smtClean="0">
                <a:solidFill>
                  <a:schemeClr val="tx1">
                    <a:lumMod val="75000"/>
                    <a:lumOff val="25000"/>
                  </a:schemeClr>
                </a:solidFill>
              </a:rPr>
              <a:t>。</a:t>
            </a:r>
            <a:endParaRPr lang="zh-CN" altLang="en-US">
              <a:solidFill>
                <a:schemeClr val="tx1">
                  <a:lumMod val="75000"/>
                  <a:lumOff val="25000"/>
                </a:schemeClr>
              </a:solidFill>
            </a:endParaRPr>
          </a:p>
        </p:txBody>
      </p:sp>
      <p:sp>
        <p:nvSpPr>
          <p:cNvPr id="13" name="文本框 12"/>
          <p:cNvSpPr txBox="1"/>
          <p:nvPr/>
        </p:nvSpPr>
        <p:spPr>
          <a:xfrm>
            <a:off x="5476240" y="4834255"/>
            <a:ext cx="4871720" cy="645160"/>
          </a:xfrm>
          <a:prstGeom prst="rect">
            <a:avLst/>
          </a:prstGeom>
          <a:noFill/>
        </p:spPr>
        <p:txBody>
          <a:bodyPr wrap="square" rtlCol="0">
            <a:spAutoFit/>
          </a:bodyPr>
          <a:p>
            <a:r>
              <a:rPr lang="en-US" altLang="zh-CN"/>
              <a:t>3.</a:t>
            </a:r>
            <a:r>
              <a:rPr lang="zh-CN" altLang="en-US">
                <a:solidFill>
                  <a:srgbClr val="1C1C1C"/>
                </a:solidFill>
                <a:latin typeface="+mn-ea"/>
                <a:cs typeface="+mn-ea"/>
                <a:sym typeface="+mn-ea"/>
              </a:rPr>
              <a:t>如果</a:t>
            </a:r>
            <a:r>
              <a:rPr lang="en-US" altLang="zh-CN">
                <a:solidFill>
                  <a:srgbClr val="1C1C1C"/>
                </a:solidFill>
                <a:latin typeface="+mn-ea"/>
                <a:cs typeface="+mn-ea"/>
                <a:sym typeface="+mn-ea"/>
              </a:rPr>
              <a:t>if</a:t>
            </a:r>
            <a:r>
              <a:rPr lang="zh-CN" altLang="en-US">
                <a:solidFill>
                  <a:srgbClr val="1C1C1C"/>
                </a:solidFill>
                <a:latin typeface="+mn-ea"/>
                <a:cs typeface="+mn-ea"/>
                <a:sym typeface="+mn-ea"/>
              </a:rPr>
              <a:t>与</a:t>
            </a:r>
            <a:r>
              <a:rPr lang="en-US" altLang="zh-CN">
                <a:solidFill>
                  <a:srgbClr val="1C1C1C"/>
                </a:solidFill>
                <a:latin typeface="+mn-ea"/>
                <a:cs typeface="+mn-ea"/>
                <a:sym typeface="+mn-ea"/>
              </a:rPr>
              <a:t>else</a:t>
            </a:r>
            <a:r>
              <a:rPr lang="zh-CN" altLang="en-US">
                <a:solidFill>
                  <a:srgbClr val="1C1C1C"/>
                </a:solidFill>
                <a:latin typeface="+mn-ea"/>
                <a:cs typeface="+mn-ea"/>
                <a:sym typeface="+mn-ea"/>
              </a:rPr>
              <a:t>的数目</a:t>
            </a:r>
            <a:r>
              <a:rPr lang="zh-CN" altLang="en-US" smtClean="0">
                <a:solidFill>
                  <a:srgbClr val="1C1C1C"/>
                </a:solidFill>
                <a:latin typeface="+mn-ea"/>
                <a:cs typeface="+mn-ea"/>
                <a:sym typeface="+mn-ea"/>
              </a:rPr>
              <a:t>不一样，为</a:t>
            </a:r>
            <a:r>
              <a:rPr lang="zh-CN" altLang="en-US">
                <a:solidFill>
                  <a:srgbClr val="1C1C1C"/>
                </a:solidFill>
                <a:latin typeface="+mn-ea"/>
                <a:cs typeface="+mn-ea"/>
                <a:sym typeface="+mn-ea"/>
              </a:rPr>
              <a:t>实现程序设计者的思想</a:t>
            </a:r>
            <a:r>
              <a:rPr lang="en-US" altLang="zh-CN">
                <a:solidFill>
                  <a:srgbClr val="1C1C1C"/>
                </a:solidFill>
                <a:latin typeface="+mn-ea"/>
                <a:cs typeface="+mn-ea"/>
                <a:sym typeface="+mn-ea"/>
              </a:rPr>
              <a:t>,</a:t>
            </a:r>
            <a:r>
              <a:rPr lang="zh-CN" altLang="en-US">
                <a:solidFill>
                  <a:srgbClr val="1C1C1C"/>
                </a:solidFill>
                <a:latin typeface="+mn-ea"/>
                <a:cs typeface="+mn-ea"/>
                <a:sym typeface="+mn-ea"/>
              </a:rPr>
              <a:t>可以加花括号来确定配对关系。</a:t>
            </a:r>
            <a:endParaRPr lang="en-US" altLang="zh-CN">
              <a:latin typeface="+mn-ea"/>
              <a:cs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if</a:t>
            </a:r>
            <a:r>
              <a:rPr lang="zh-CN" altLang="en-US"/>
              <a:t>语句的简化等价形式</a:t>
            </a:r>
            <a:endParaRPr lang="zh-CN" altLang="en-US"/>
          </a:p>
        </p:txBody>
      </p:sp>
      <p:sp>
        <p:nvSpPr>
          <p:cNvPr id="3" name="内容占位符 2"/>
          <p:cNvSpPr>
            <a:spLocks noGrp="1"/>
          </p:cNvSpPr>
          <p:nvPr>
            <p:ph idx="1"/>
          </p:nvPr>
        </p:nvSpPr>
        <p:spPr/>
        <p:txBody>
          <a:bodyPr>
            <a:normAutofit fontScale="90000" lnSpcReduction="20000"/>
          </a:bodyPr>
          <a:p>
            <a:r>
              <a:rPr lang="zh-CN" altLang="en-US" sz="2800"/>
              <a:t>在C</a:t>
            </a:r>
            <a:r>
              <a:rPr lang="en-US" altLang="zh-CN" sz="2800"/>
              <a:t>/C++</a:t>
            </a:r>
            <a:r>
              <a:rPr lang="zh-CN" altLang="en-US" sz="2800"/>
              <a:t>语言中可以使用三目运算符（条件操作符）来代替简单的if语句。</a:t>
            </a:r>
            <a:endParaRPr lang="zh-CN" altLang="en-US" sz="2800"/>
          </a:p>
          <a:p>
            <a:endParaRPr lang="zh-CN" altLang="en-US" sz="2800">
              <a:solidFill>
                <a:srgbClr val="FF0000"/>
              </a:solidFill>
              <a:highlight>
                <a:srgbClr val="FFFF00"/>
              </a:highlight>
            </a:endParaRPr>
          </a:p>
          <a:p>
            <a:r>
              <a:rPr lang="zh-CN" altLang="en-US" sz="2800">
                <a:ln>
                  <a:noFill/>
                </a:ln>
                <a:solidFill>
                  <a:srgbClr val="FF0000"/>
                </a:solidFill>
                <a:highlight>
                  <a:srgbClr val="FFFF00"/>
                </a:highlight>
              </a:rPr>
              <a:t>形式</a:t>
            </a:r>
            <a:r>
              <a:rPr lang="en-US" altLang="zh-CN" sz="2800">
                <a:ln>
                  <a:noFill/>
                </a:ln>
                <a:solidFill>
                  <a:srgbClr val="FF0000"/>
                </a:solidFill>
                <a:highlight>
                  <a:srgbClr val="FFFF00"/>
                </a:highlight>
              </a:rPr>
              <a:t> </a:t>
            </a:r>
            <a:r>
              <a:rPr lang="zh-CN" altLang="en-US" sz="2800">
                <a:ln>
                  <a:noFill/>
                </a:ln>
                <a:solidFill>
                  <a:srgbClr val="FF0000"/>
                </a:solidFill>
                <a:highlight>
                  <a:srgbClr val="FFFF00"/>
                </a:highlight>
              </a:rPr>
              <a:t>：</a:t>
            </a:r>
            <a:r>
              <a:rPr lang="en-US" altLang="zh-CN" sz="2800">
                <a:ln>
                  <a:noFill/>
                </a:ln>
                <a:solidFill>
                  <a:srgbClr val="FF0000"/>
                </a:solidFill>
                <a:highlight>
                  <a:srgbClr val="FFFF00"/>
                </a:highlight>
              </a:rPr>
              <a:t>exp1 </a:t>
            </a:r>
            <a:r>
              <a:rPr lang="zh-CN" altLang="en-US" sz="2800">
                <a:ln>
                  <a:noFill/>
                </a:ln>
                <a:solidFill>
                  <a:srgbClr val="FF0000"/>
                </a:solidFill>
                <a:highlight>
                  <a:srgbClr val="FFFF00"/>
                </a:highlight>
              </a:rPr>
              <a:t>？</a:t>
            </a:r>
            <a:r>
              <a:rPr lang="en-US" altLang="zh-CN" sz="2800">
                <a:ln>
                  <a:noFill/>
                </a:ln>
                <a:solidFill>
                  <a:srgbClr val="FF0000"/>
                </a:solidFill>
                <a:highlight>
                  <a:srgbClr val="FFFF00"/>
                </a:highlight>
              </a:rPr>
              <a:t> exp2 </a:t>
            </a:r>
            <a:r>
              <a:rPr lang="zh-CN" altLang="en-US" sz="2800">
                <a:ln>
                  <a:noFill/>
                </a:ln>
                <a:solidFill>
                  <a:srgbClr val="FF0000"/>
                </a:solidFill>
                <a:highlight>
                  <a:srgbClr val="FFFF00"/>
                </a:highlight>
              </a:rPr>
              <a:t>：</a:t>
            </a:r>
            <a:r>
              <a:rPr lang="en-US" altLang="zh-CN" sz="2800">
                <a:ln>
                  <a:noFill/>
                </a:ln>
                <a:solidFill>
                  <a:srgbClr val="FF0000"/>
                </a:solidFill>
                <a:highlight>
                  <a:srgbClr val="FFFF00"/>
                </a:highlight>
              </a:rPr>
              <a:t> exp3</a:t>
            </a:r>
            <a:r>
              <a:rPr lang="zh-CN" altLang="en-US" sz="2800">
                <a:ln>
                  <a:noFill/>
                </a:ln>
                <a:solidFill>
                  <a:srgbClr val="FF0000"/>
                </a:solidFill>
                <a:highlight>
                  <a:srgbClr val="FFFF00"/>
                </a:highlight>
              </a:rPr>
              <a:t>；</a:t>
            </a:r>
            <a:endParaRPr lang="zh-CN" altLang="en-US" sz="2800">
              <a:ln>
                <a:noFill/>
              </a:ln>
              <a:solidFill>
                <a:srgbClr val="FF0000"/>
              </a:solidFill>
              <a:highlight>
                <a:srgbClr val="FFFF00"/>
              </a:highlight>
            </a:endParaRPr>
          </a:p>
          <a:p>
            <a:pPr marL="0" indent="457200">
              <a:buNone/>
            </a:pPr>
            <a:endParaRPr lang="zh-CN" altLang="en-US"/>
          </a:p>
          <a:p>
            <a:r>
              <a:rPr lang="zh-CN" altLang="en-US"/>
              <a:t>	if (a &gt; 5)</a:t>
            </a:r>
            <a:endParaRPr lang="zh-CN" altLang="en-US"/>
          </a:p>
          <a:p>
            <a:r>
              <a:rPr lang="zh-CN" altLang="en-US"/>
              <a:t>		b = 3;</a:t>
            </a:r>
            <a:endParaRPr lang="zh-CN" altLang="en-US"/>
          </a:p>
          <a:p>
            <a:r>
              <a:rPr lang="zh-CN" altLang="en-US"/>
              <a:t>	else</a:t>
            </a:r>
            <a:endParaRPr lang="zh-CN" altLang="en-US"/>
          </a:p>
          <a:p>
            <a:r>
              <a:rPr lang="zh-CN" altLang="en-US"/>
              <a:t>		b = -3;</a:t>
            </a:r>
            <a:endParaRPr lang="zh-CN" altLang="en-US"/>
          </a:p>
          <a:p>
            <a:r>
              <a:rPr lang="zh-CN" altLang="en-US"/>
              <a:t>//上面的代码可以用下面这种方式来实现同样的效果</a:t>
            </a:r>
            <a:endParaRPr lang="zh-CN" altLang="en-US"/>
          </a:p>
          <a:p>
            <a:r>
              <a:rPr lang="zh-CN" altLang="en-US"/>
              <a:t>	b = (a &gt; 5 ? 3 : -3);</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2068195" y="674370"/>
            <a:ext cx="9356725" cy="645160"/>
          </a:xfrm>
          <a:prstGeom prst="rect">
            <a:avLst/>
          </a:prstGeom>
          <a:noFill/>
        </p:spPr>
        <p:txBody>
          <a:bodyPr wrap="square" rtlCol="0">
            <a:spAutoFit/>
          </a:bodyPr>
          <a:p>
            <a:r>
              <a:rPr lang="zh-CN" altLang="en-US"/>
              <a:t>例</a:t>
            </a:r>
            <a:r>
              <a:rPr lang="en-US" altLang="zh-CN"/>
              <a:t>1</a:t>
            </a:r>
            <a:r>
              <a:rPr lang="zh-CN" altLang="en-US"/>
              <a:t>：有一跃阶函数，当x &lt;0时，</a:t>
            </a:r>
            <a:r>
              <a:rPr lang="zh-CN" altLang="en-US"/>
              <a:t>y =-1;当x =0时，y =0;当x &gt;0时，y = 1.</a:t>
            </a:r>
            <a:endParaRPr lang="zh-CN" altLang="en-US"/>
          </a:p>
          <a:p>
            <a:r>
              <a:rPr lang="zh-CN" altLang="en-US"/>
              <a:t>问：输入一个</a:t>
            </a:r>
            <a:r>
              <a:rPr lang="en-US" altLang="zh-CN"/>
              <a:t>x</a:t>
            </a:r>
            <a:r>
              <a:rPr lang="zh-CN" altLang="en-US"/>
              <a:t>的值，要求输出相应的y值。</a:t>
            </a:r>
            <a:endParaRPr lang="zh-CN" altLang="en-US"/>
          </a:p>
        </p:txBody>
      </p:sp>
      <p:sp>
        <p:nvSpPr>
          <p:cNvPr id="12" name="文本框 11"/>
          <p:cNvSpPr txBox="1"/>
          <p:nvPr/>
        </p:nvSpPr>
        <p:spPr>
          <a:xfrm rot="16200000">
            <a:off x="1116330" y="1878330"/>
            <a:ext cx="5445760" cy="4051300"/>
          </a:xfrm>
          <a:prstGeom prst="rect">
            <a:avLst/>
          </a:prstGeom>
          <a:noFill/>
        </p:spPr>
        <p:txBody>
          <a:bodyPr vert="eaVert" wrap="square" rtlCol="0">
            <a:spAutoFit/>
          </a:bodyPr>
          <a:p>
            <a:pPr defTabSz="363855"/>
            <a:r>
              <a:rPr lang="zh-CN" altLang="en-US">
                <a:sym typeface="+mn-ea"/>
              </a:rPr>
              <a:t>法一：</a:t>
            </a:r>
            <a:r>
              <a:rPr lang="zh-CN" altLang="en-US" b="1">
                <a:solidFill>
                  <a:schemeClr val="accent1"/>
                </a:solidFill>
                <a:sym typeface="+mn-ea"/>
              </a:rPr>
              <a:t>用</a:t>
            </a:r>
            <a:r>
              <a:rPr lang="en-US" altLang="zh-CN" b="1">
                <a:solidFill>
                  <a:schemeClr val="accent1"/>
                </a:solidFill>
                <a:sym typeface="+mn-ea"/>
              </a:rPr>
              <a:t>3</a:t>
            </a:r>
            <a:r>
              <a:rPr lang="zh-CN" altLang="en-US" b="1">
                <a:solidFill>
                  <a:schemeClr val="accent1"/>
                </a:solidFill>
                <a:sym typeface="+mn-ea"/>
              </a:rPr>
              <a:t>个独立的</a:t>
            </a:r>
            <a:r>
              <a:rPr lang="en-US" altLang="zh-CN" b="1">
                <a:solidFill>
                  <a:schemeClr val="accent1"/>
                </a:solidFill>
                <a:sym typeface="+mn-ea"/>
              </a:rPr>
              <a:t>if</a:t>
            </a:r>
            <a:r>
              <a:rPr lang="zh-CN" altLang="en-US" b="1">
                <a:solidFill>
                  <a:schemeClr val="accent1"/>
                </a:solidFill>
                <a:sym typeface="+mn-ea"/>
              </a:rPr>
              <a:t>语句处理</a:t>
            </a:r>
            <a:endParaRPr lang="zh-CN" altLang="en-US">
              <a:sym typeface="+mn-ea"/>
            </a:endParaRPr>
          </a:p>
          <a:p>
            <a:pPr defTabSz="363855"/>
            <a:r>
              <a:rPr lang="en-US" altLang="zh-CN">
                <a:sym typeface="+mn-ea"/>
              </a:rPr>
              <a:t>#include&lt;iostream&gt;</a:t>
            </a:r>
            <a:endParaRPr lang="en-US" altLang="zh-CN">
              <a:sym typeface="+mn-ea"/>
            </a:endParaRPr>
          </a:p>
          <a:p>
            <a:pPr defTabSz="363855"/>
            <a:r>
              <a:rPr lang="en-US" altLang="zh-CN">
                <a:sym typeface="+mn-ea"/>
              </a:rPr>
              <a:t>using namespace std;</a:t>
            </a:r>
            <a:endParaRPr lang="en-US" altLang="zh-CN">
              <a:sym typeface="+mn-ea"/>
            </a:endParaRPr>
          </a:p>
          <a:p>
            <a:pPr defTabSz="363855"/>
            <a:r>
              <a:rPr lang="en-US" altLang="zh-CN">
                <a:sym typeface="+mn-ea"/>
              </a:rPr>
              <a:t>int main()</a:t>
            </a:r>
            <a:endParaRPr lang="en-US" altLang="zh-CN">
              <a:sym typeface="+mn-ea"/>
            </a:endParaRPr>
          </a:p>
          <a:p>
            <a:pPr defTabSz="363855"/>
            <a:r>
              <a:rPr lang="en-US" altLang="zh-CN">
                <a:sym typeface="+mn-ea"/>
              </a:rPr>
              <a:t>{</a:t>
            </a:r>
            <a:endParaRPr lang="en-US" altLang="zh-CN">
              <a:sym typeface="+mn-ea"/>
            </a:endParaRPr>
          </a:p>
          <a:p>
            <a:pPr defTabSz="363855"/>
            <a:r>
              <a:rPr lang="en-US" altLang="zh-CN">
                <a:sym typeface="+mn-ea"/>
              </a:rPr>
              <a:t>	int x,y;</a:t>
            </a:r>
            <a:endParaRPr lang="en-US" altLang="zh-CN">
              <a:sym typeface="+mn-ea"/>
            </a:endParaRPr>
          </a:p>
          <a:p>
            <a:pPr defTabSz="363855"/>
            <a:r>
              <a:rPr lang="en-US" altLang="zh-CN">
                <a:sym typeface="+mn-ea"/>
              </a:rPr>
              <a:t>	cout&lt;&lt;"请输入x的值："&lt;&lt;endl;</a:t>
            </a:r>
            <a:endParaRPr lang="en-US" altLang="zh-CN">
              <a:sym typeface="+mn-ea"/>
            </a:endParaRPr>
          </a:p>
          <a:p>
            <a:pPr defTabSz="363855"/>
            <a:r>
              <a:rPr lang="en-US" altLang="zh-CN">
                <a:sym typeface="+mn-ea"/>
              </a:rPr>
              <a:t>	cin&gt;&gt;x; </a:t>
            </a:r>
            <a:endParaRPr lang="en-US" altLang="zh-CN">
              <a:sym typeface="+mn-ea"/>
            </a:endParaRPr>
          </a:p>
          <a:p>
            <a:pPr defTabSz="363855"/>
            <a:r>
              <a:rPr lang="en-US" altLang="zh-CN">
                <a:sym typeface="+mn-ea"/>
              </a:rPr>
              <a:t>	if(x&lt;0)</a:t>
            </a:r>
            <a:endParaRPr lang="en-US" altLang="zh-CN">
              <a:sym typeface="+mn-ea"/>
            </a:endParaRPr>
          </a:p>
          <a:p>
            <a:pPr defTabSz="363855"/>
            <a:r>
              <a:rPr lang="en-US" altLang="zh-CN">
                <a:sym typeface="+mn-ea"/>
              </a:rPr>
              <a:t>		y=-1;</a:t>
            </a:r>
            <a:endParaRPr lang="en-US" altLang="zh-CN">
              <a:sym typeface="+mn-ea"/>
            </a:endParaRPr>
          </a:p>
          <a:p>
            <a:pPr defTabSz="363855"/>
            <a:r>
              <a:rPr lang="en-US" altLang="zh-CN">
                <a:sym typeface="+mn-ea"/>
              </a:rPr>
              <a:t>	else </a:t>
            </a:r>
            <a:endParaRPr lang="en-US" altLang="zh-CN">
              <a:sym typeface="+mn-ea"/>
            </a:endParaRPr>
          </a:p>
          <a:p>
            <a:pPr defTabSz="363855"/>
            <a:r>
              <a:rPr lang="en-US" altLang="zh-CN">
                <a:sym typeface="+mn-ea"/>
              </a:rPr>
              <a:t>		if(x==0) y=0;</a:t>
            </a:r>
            <a:endParaRPr lang="en-US" altLang="zh-CN">
              <a:sym typeface="+mn-ea"/>
            </a:endParaRPr>
          </a:p>
          <a:p>
            <a:pPr defTabSz="363855"/>
            <a:r>
              <a:rPr lang="en-US" altLang="zh-CN">
                <a:sym typeface="+mn-ea"/>
              </a:rPr>
              <a:t>		else y=1;</a:t>
            </a:r>
            <a:endParaRPr lang="en-US" altLang="zh-CN">
              <a:sym typeface="+mn-ea"/>
            </a:endParaRPr>
          </a:p>
          <a:p>
            <a:pPr defTabSz="363855"/>
            <a:r>
              <a:rPr lang="en-US" altLang="zh-CN">
                <a:sym typeface="+mn-ea"/>
              </a:rPr>
              <a:t>		cout&lt;&lt;"对应y的值："&lt;&lt;endl;</a:t>
            </a:r>
            <a:endParaRPr lang="en-US" altLang="zh-CN">
              <a:sym typeface="+mn-ea"/>
            </a:endParaRPr>
          </a:p>
          <a:p>
            <a:pPr defTabSz="363855"/>
            <a:r>
              <a:rPr lang="en-US" altLang="zh-CN">
                <a:sym typeface="+mn-ea"/>
              </a:rPr>
              <a:t>		cout&lt;&lt;y&lt;&lt;endl;</a:t>
            </a:r>
            <a:endParaRPr lang="en-US" altLang="zh-CN">
              <a:sym typeface="+mn-ea"/>
            </a:endParaRPr>
          </a:p>
          <a:p>
            <a:pPr defTabSz="363855"/>
            <a:r>
              <a:rPr lang="en-US" altLang="zh-CN">
                <a:sym typeface="+mn-ea"/>
              </a:rPr>
              <a:t>	system("pause");</a:t>
            </a:r>
            <a:endParaRPr lang="en-US" altLang="zh-CN">
              <a:sym typeface="+mn-ea"/>
            </a:endParaRPr>
          </a:p>
          <a:p>
            <a:pPr defTabSz="363855"/>
            <a:r>
              <a:rPr lang="en-US" altLang="zh-CN">
                <a:sym typeface="+mn-ea"/>
              </a:rPr>
              <a:t>	return 0;</a:t>
            </a:r>
            <a:endParaRPr lang="en-US" altLang="zh-CN">
              <a:sym typeface="+mn-ea"/>
            </a:endParaRPr>
          </a:p>
          <a:p>
            <a:pPr defTabSz="363855"/>
            <a:r>
              <a:rPr lang="en-US" altLang="zh-CN">
                <a:sym typeface="+mn-ea"/>
              </a:rPr>
              <a:t>}</a:t>
            </a:r>
            <a:endParaRPr lang="en-US" altLang="zh-CN">
              <a:sym typeface="+mn-ea"/>
            </a:endParaRPr>
          </a:p>
          <a:p>
            <a:pPr defTabSz="363855"/>
            <a:endParaRPr lang="en-US" altLang="zh-CN">
              <a:sym typeface="+mn-ea"/>
            </a:endParaRPr>
          </a:p>
        </p:txBody>
      </p:sp>
      <p:sp>
        <p:nvSpPr>
          <p:cNvPr id="13" name="文本框 12"/>
          <p:cNvSpPr txBox="1"/>
          <p:nvPr/>
        </p:nvSpPr>
        <p:spPr>
          <a:xfrm rot="16200000">
            <a:off x="7414895" y="-788035"/>
            <a:ext cx="459740" cy="5016500"/>
          </a:xfrm>
          <a:prstGeom prst="rect">
            <a:avLst/>
          </a:prstGeom>
          <a:noFill/>
        </p:spPr>
        <p:txBody>
          <a:bodyPr vert="eaVert" wrap="square" rtlCol="0">
            <a:spAutoFit/>
          </a:bodyPr>
          <a:p>
            <a:endParaRPr lang="zh-CN" altLang="en-US"/>
          </a:p>
        </p:txBody>
      </p:sp>
      <p:sp>
        <p:nvSpPr>
          <p:cNvPr id="14" name="文本框 13"/>
          <p:cNvSpPr txBox="1"/>
          <p:nvPr/>
        </p:nvSpPr>
        <p:spPr>
          <a:xfrm rot="16200000">
            <a:off x="5401945" y="1266825"/>
            <a:ext cx="4891405" cy="4719320"/>
          </a:xfrm>
          <a:prstGeom prst="rect">
            <a:avLst/>
          </a:prstGeom>
          <a:noFill/>
        </p:spPr>
        <p:txBody>
          <a:bodyPr vert="eaVert" wrap="square" rtlCol="0">
            <a:spAutoFit/>
          </a:bodyPr>
          <a:p>
            <a:r>
              <a:rPr lang="zh-CN" altLang="en-US"/>
              <a:t>法二：</a:t>
            </a:r>
            <a:r>
              <a:rPr lang="zh-CN" altLang="en-US" b="1" smtClean="0">
                <a:solidFill>
                  <a:schemeClr val="accent1"/>
                </a:solidFill>
                <a:sym typeface="+mn-ea"/>
              </a:rPr>
              <a:t>用</a:t>
            </a:r>
            <a:r>
              <a:rPr lang="zh-CN" altLang="en-US" b="1">
                <a:solidFill>
                  <a:schemeClr val="accent1"/>
                </a:solidFill>
                <a:sym typeface="+mn-ea"/>
              </a:rPr>
              <a:t>一个嵌套的</a:t>
            </a:r>
            <a:r>
              <a:rPr lang="en-US" altLang="zh-CN" b="1">
                <a:solidFill>
                  <a:schemeClr val="accent1"/>
                </a:solidFill>
                <a:sym typeface="+mn-ea"/>
              </a:rPr>
              <a:t>if</a:t>
            </a:r>
            <a:r>
              <a:rPr lang="zh-CN" altLang="en-US" b="1">
                <a:solidFill>
                  <a:schemeClr val="accent1"/>
                </a:solidFill>
                <a:sym typeface="+mn-ea"/>
              </a:rPr>
              <a:t>语句</a:t>
            </a:r>
            <a:r>
              <a:rPr lang="zh-CN" altLang="en-US" b="1" smtClean="0">
                <a:solidFill>
                  <a:schemeClr val="accent1"/>
                </a:solidFill>
                <a:sym typeface="+mn-ea"/>
              </a:rPr>
              <a:t>处理</a:t>
            </a:r>
            <a:endParaRPr lang="zh-CN" altLang="en-US"/>
          </a:p>
          <a:p>
            <a:r>
              <a:rPr lang="zh-CN" altLang="en-US">
                <a:sym typeface="+mn-ea"/>
              </a:rPr>
              <a:t>#include&lt;iostream&gt;</a:t>
            </a:r>
            <a:endParaRPr lang="zh-CN" altLang="en-US"/>
          </a:p>
          <a:p>
            <a:r>
              <a:rPr lang="zh-CN" altLang="en-US"/>
              <a:t>using namespace std;</a:t>
            </a:r>
            <a:endParaRPr lang="zh-CN" altLang="en-US"/>
          </a:p>
          <a:p>
            <a:r>
              <a:rPr lang="zh-CN" altLang="en-US"/>
              <a:t>int main()</a:t>
            </a:r>
            <a:endParaRPr lang="zh-CN" altLang="en-US"/>
          </a:p>
          <a:p>
            <a:r>
              <a:rPr lang="zh-CN" altLang="en-US"/>
              <a:t>{</a:t>
            </a:r>
            <a:endParaRPr lang="zh-CN" altLang="en-US"/>
          </a:p>
          <a:p>
            <a:r>
              <a:rPr lang="zh-CN" altLang="en-US"/>
              <a:t>	int x,y;</a:t>
            </a:r>
            <a:endParaRPr lang="zh-CN" altLang="en-US"/>
          </a:p>
          <a:p>
            <a:r>
              <a:rPr lang="zh-CN" altLang="en-US"/>
              <a:t>	cout&lt;&lt;"请输入x的值："&lt;&lt;endl;</a:t>
            </a:r>
            <a:endParaRPr lang="zh-CN" altLang="en-US"/>
          </a:p>
          <a:p>
            <a:r>
              <a:rPr lang="zh-CN" altLang="en-US"/>
              <a:t>	cin&gt;&gt;x; </a:t>
            </a:r>
            <a:endParaRPr lang="zh-CN" altLang="en-US"/>
          </a:p>
          <a:p>
            <a:r>
              <a:rPr lang="zh-CN" altLang="en-US"/>
              <a:t>    if(x&gt;=0)</a:t>
            </a:r>
            <a:endParaRPr lang="zh-CN" altLang="en-US"/>
          </a:p>
          <a:p>
            <a:r>
              <a:rPr lang="zh-CN" altLang="en-US"/>
              <a:t>		if(x&gt;0) y=1;</a:t>
            </a:r>
            <a:endParaRPr lang="zh-CN" altLang="en-US"/>
          </a:p>
          <a:p>
            <a:r>
              <a:rPr lang="zh-CN" altLang="en-US"/>
              <a:t>		else    y=0;</a:t>
            </a:r>
            <a:endParaRPr lang="zh-CN" altLang="en-US"/>
          </a:p>
          <a:p>
            <a:r>
              <a:rPr lang="zh-CN" altLang="en-US"/>
              <a:t>	else 		y=-1;</a:t>
            </a:r>
            <a:endParaRPr lang="zh-CN" altLang="en-US"/>
          </a:p>
          <a:p>
            <a:r>
              <a:rPr lang="zh-CN" altLang="en-US"/>
              <a:t>    cout&lt;&lt;"对应y的值："&lt;&lt;endl;</a:t>
            </a:r>
            <a:endParaRPr lang="zh-CN" altLang="en-US"/>
          </a:p>
          <a:p>
            <a:r>
              <a:rPr lang="zh-CN" altLang="en-US"/>
              <a:t>    cout&lt;&lt;y&lt;&lt;endl;</a:t>
            </a:r>
            <a:endParaRPr lang="zh-CN" altLang="en-US"/>
          </a:p>
          <a:p>
            <a:r>
              <a:rPr lang="zh-CN" altLang="en-US"/>
              <a:t>	system("pause");</a:t>
            </a:r>
            <a:endParaRPr lang="zh-CN" altLang="en-US"/>
          </a:p>
          <a:p>
            <a:r>
              <a:rPr lang="zh-CN" altLang="en-US"/>
              <a:t>	return 0;</a:t>
            </a:r>
            <a:endParaRPr lang="zh-CN" altLang="en-US"/>
          </a:p>
          <a:p>
            <a:r>
              <a:rPr lang="zh-CN" altLang="en-US"/>
              <a:t>}</a:t>
            </a:r>
            <a:endParaRPr lang="zh-CN" altLang="en-US"/>
          </a:p>
        </p:txBody>
      </p:sp>
      <p:pic>
        <p:nvPicPr>
          <p:cNvPr id="15" name="图片 14" descr="1"/>
          <p:cNvPicPr>
            <a:picLocks noChangeAspect="1"/>
          </p:cNvPicPr>
          <p:nvPr/>
        </p:nvPicPr>
        <p:blipFill>
          <a:blip r:embed="rId1"/>
          <a:stretch>
            <a:fillRect/>
          </a:stretch>
        </p:blipFill>
        <p:spPr>
          <a:xfrm>
            <a:off x="9883140" y="1407795"/>
            <a:ext cx="2385060" cy="190627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87550" y="726440"/>
            <a:ext cx="5425440" cy="706755"/>
          </a:xfrm>
          <a:prstGeom prst="rect">
            <a:avLst/>
          </a:prstGeom>
          <a:noFill/>
        </p:spPr>
        <p:txBody>
          <a:bodyPr wrap="square" rtlCol="0">
            <a:spAutoFit/>
          </a:bodyPr>
          <a:p>
            <a:r>
              <a:rPr lang="en-US" altLang="zh-CN" sz="4000">
                <a:latin typeface="+mn-ea"/>
                <a:cs typeface="+mn-ea"/>
              </a:rPr>
              <a:t>switch</a:t>
            </a:r>
            <a:r>
              <a:rPr lang="zh-CN" altLang="en-US" sz="4000">
                <a:latin typeface="+mn-ea"/>
                <a:cs typeface="+mn-ea"/>
              </a:rPr>
              <a:t>语句</a:t>
            </a:r>
            <a:endParaRPr lang="zh-CN" altLang="en-US" sz="4000">
              <a:latin typeface="+mn-ea"/>
              <a:cs typeface="+mn-ea"/>
            </a:endParaRPr>
          </a:p>
        </p:txBody>
      </p:sp>
      <p:sp>
        <p:nvSpPr>
          <p:cNvPr id="7" name="矩形 6"/>
          <p:cNvSpPr>
            <a:spLocks noRot="1" noChangeAspect="1" noMove="1" noResize="1" noEditPoints="1" noAdjustHandles="1" noChangeArrowheads="1" noChangeShapeType="1" noTextEdit="1"/>
          </p:cNvSpPr>
          <p:nvPr/>
        </p:nvSpPr>
        <p:spPr>
          <a:xfrm>
            <a:off x="412750" y="1950085"/>
            <a:ext cx="3056255" cy="4474845"/>
          </a:xfrm>
          <a:prstGeom prst="rect">
            <a:avLst/>
          </a:prstGeom>
          <a:blipFill rotWithShape="1">
            <a:blip r:embed="rId1" cstate="print"/>
            <a:stretch>
              <a:fillRect l="-1389"/>
            </a:stretch>
          </a:blipFill>
        </p:spPr>
        <p:txBody>
          <a:bodyPr/>
          <a:p>
            <a:r>
              <a:rPr lang="zh-CN" altLang="en-US">
                <a:noFill/>
              </a:rPr>
              <a:t> </a:t>
            </a:r>
            <a:endParaRPr lang="zh-CN" altLang="en-US">
              <a:noFill/>
            </a:endParaRPr>
          </a:p>
        </p:txBody>
      </p:sp>
      <p:sp>
        <p:nvSpPr>
          <p:cNvPr id="9" name="文本框 8"/>
          <p:cNvSpPr txBox="1"/>
          <p:nvPr/>
        </p:nvSpPr>
        <p:spPr>
          <a:xfrm>
            <a:off x="3853815" y="1950085"/>
            <a:ext cx="7787005" cy="3415030"/>
          </a:xfrm>
          <a:prstGeom prst="rect">
            <a:avLst/>
          </a:prstGeom>
          <a:noFill/>
        </p:spPr>
        <p:txBody>
          <a:bodyPr wrap="square" rtlCol="0">
            <a:spAutoFit/>
          </a:bodyPr>
          <a:p>
            <a:r>
              <a:rPr lang="en-US" altLang="zh-CN"/>
              <a:t>1.</a:t>
            </a:r>
            <a:r>
              <a:rPr lang="zh-CN" altLang="en-US"/>
              <a:t>表达式的类型必须为整数、字符、字符串、布尔、枚举。</a:t>
            </a:r>
            <a:endParaRPr lang="zh-CN" altLang="en-US"/>
          </a:p>
          <a:p>
            <a:r>
              <a:rPr lang="en-US" altLang="zh-CN"/>
              <a:t>2.</a:t>
            </a:r>
            <a:r>
              <a:rPr lang="en-US" altLang="zh-CN">
                <a:sym typeface="+mn-ea"/>
              </a:rPr>
              <a:t> </a:t>
            </a:r>
            <a:r>
              <a:rPr lang="zh-CN" altLang="en-US" smtClean="0">
                <a:sym typeface="+mn-ea"/>
              </a:rPr>
              <a:t>花括号</a:t>
            </a:r>
            <a:r>
              <a:rPr lang="zh-CN" altLang="en-US">
                <a:sym typeface="+mn-ea"/>
              </a:rPr>
              <a:t>内是一个</a:t>
            </a:r>
            <a:r>
              <a:rPr lang="zh-CN" altLang="en-US" smtClean="0">
                <a:sym typeface="+mn-ea"/>
              </a:rPr>
              <a:t>复合语句，内</a:t>
            </a:r>
            <a:r>
              <a:rPr lang="zh-CN" altLang="en-US">
                <a:sym typeface="+mn-ea"/>
              </a:rPr>
              <a:t>包含多个以关键字</a:t>
            </a:r>
            <a:r>
              <a:rPr lang="en-US" altLang="zh-CN">
                <a:sym typeface="+mn-ea"/>
              </a:rPr>
              <a:t>case</a:t>
            </a:r>
            <a:r>
              <a:rPr lang="zh-CN" altLang="en-US">
                <a:sym typeface="+mn-ea"/>
              </a:rPr>
              <a:t>开头的语句行和最多一个以</a:t>
            </a:r>
            <a:r>
              <a:rPr lang="en-US" altLang="zh-CN">
                <a:sym typeface="+mn-ea"/>
              </a:rPr>
              <a:t>default</a:t>
            </a:r>
            <a:r>
              <a:rPr lang="zh-CN" altLang="en-US">
                <a:sym typeface="+mn-ea"/>
              </a:rPr>
              <a:t>开头的行。</a:t>
            </a:r>
            <a:endParaRPr lang="zh-CN" altLang="en-US">
              <a:sym typeface="+mn-ea"/>
            </a:endParaRPr>
          </a:p>
          <a:p>
            <a:r>
              <a:rPr lang="en-US" altLang="zh-CN"/>
              <a:t>3.</a:t>
            </a:r>
            <a:r>
              <a:rPr lang="zh-CN" altLang="en-US"/>
              <a:t>执行</a:t>
            </a:r>
            <a:r>
              <a:rPr lang="en-US" altLang="zh-CN"/>
              <a:t>case</a:t>
            </a:r>
            <a:r>
              <a:rPr lang="zh-CN" altLang="en-US"/>
              <a:t>语句时，首先先计算</a:t>
            </a:r>
            <a:r>
              <a:rPr lang="en-US" altLang="zh-CN"/>
              <a:t>switch</a:t>
            </a:r>
            <a:r>
              <a:rPr lang="zh-CN" altLang="en-US"/>
              <a:t>后面的表达式的值，再去与</a:t>
            </a:r>
            <a:r>
              <a:rPr lang="en-US" altLang="zh-CN"/>
              <a:t>case</a:t>
            </a:r>
            <a:r>
              <a:rPr lang="zh-CN" altLang="en-US"/>
              <a:t>的各个标号进行比较，</a:t>
            </a:r>
            <a:r>
              <a:rPr lang="zh-CN" altLang="en-US">
                <a:sym typeface="+mn-ea"/>
              </a:rPr>
              <a:t>，如果与某一个</a:t>
            </a:r>
            <a:r>
              <a:rPr lang="en-US" altLang="zh-CN">
                <a:sym typeface="+mn-ea"/>
              </a:rPr>
              <a:t>case</a:t>
            </a:r>
            <a:r>
              <a:rPr lang="zh-CN" altLang="en-US">
                <a:sym typeface="+mn-ea"/>
              </a:rPr>
              <a:t>标号中的常量相同，流程就转到此</a:t>
            </a:r>
            <a:r>
              <a:rPr lang="en-US" altLang="zh-CN">
                <a:sym typeface="+mn-ea"/>
              </a:rPr>
              <a:t>case</a:t>
            </a:r>
            <a:r>
              <a:rPr lang="zh-CN" altLang="en-US">
                <a:sym typeface="+mn-ea"/>
              </a:rPr>
              <a:t>标号后面的语句。如果没有与</a:t>
            </a:r>
            <a:r>
              <a:rPr lang="en-US" altLang="zh-CN">
                <a:sym typeface="+mn-ea"/>
              </a:rPr>
              <a:t>switch</a:t>
            </a:r>
            <a:r>
              <a:rPr lang="zh-CN" altLang="en-US">
                <a:sym typeface="+mn-ea"/>
              </a:rPr>
              <a:t>表达式相匹配的</a:t>
            </a:r>
            <a:r>
              <a:rPr lang="en-US" altLang="zh-CN">
                <a:sym typeface="+mn-ea"/>
              </a:rPr>
              <a:t>case</a:t>
            </a:r>
            <a:r>
              <a:rPr lang="zh-CN" altLang="en-US">
                <a:sym typeface="+mn-ea"/>
              </a:rPr>
              <a:t>常量，流程转去执行</a:t>
            </a:r>
            <a:r>
              <a:rPr lang="en-US" altLang="zh-CN">
                <a:sym typeface="+mn-ea"/>
              </a:rPr>
              <a:t>default</a:t>
            </a:r>
            <a:r>
              <a:rPr lang="zh-CN" altLang="en-US">
                <a:sym typeface="+mn-ea"/>
              </a:rPr>
              <a:t>标号后面的语句。</a:t>
            </a:r>
            <a:endParaRPr lang="zh-CN" altLang="en-US">
              <a:sym typeface="+mn-ea"/>
            </a:endParaRPr>
          </a:p>
          <a:p>
            <a:r>
              <a:rPr lang="en-US" altLang="zh-CN">
                <a:sym typeface="+mn-ea"/>
              </a:rPr>
              <a:t>4.case</a:t>
            </a:r>
            <a:r>
              <a:rPr lang="zh-CN" altLang="en-US">
                <a:sym typeface="+mn-ea"/>
              </a:rPr>
              <a:t>语句具有贯穿性，如果不加</a:t>
            </a:r>
            <a:r>
              <a:rPr lang="en-US" altLang="zh-CN">
                <a:sym typeface="+mn-ea"/>
              </a:rPr>
              <a:t>break</a:t>
            </a:r>
            <a:r>
              <a:rPr lang="zh-CN" altLang="en-US">
                <a:sym typeface="+mn-ea"/>
              </a:rPr>
              <a:t>，将会贯穿执行后面的所有语句，因此要</a:t>
            </a:r>
            <a:r>
              <a:rPr lang="en-US" altLang="zh-CN">
                <a:sym typeface="+mn-ea"/>
              </a:rPr>
              <a:t>break</a:t>
            </a:r>
            <a:r>
              <a:rPr lang="zh-CN" altLang="en-US">
                <a:sym typeface="+mn-ea"/>
              </a:rPr>
              <a:t>语句跳出</a:t>
            </a:r>
            <a:r>
              <a:rPr lang="en-US" altLang="zh-CN">
                <a:sym typeface="+mn-ea"/>
              </a:rPr>
              <a:t>switch</a:t>
            </a:r>
            <a:r>
              <a:rPr lang="zh-CN" altLang="en-US">
                <a:sym typeface="+mn-ea"/>
              </a:rPr>
              <a:t>结构。</a:t>
            </a:r>
            <a:endParaRPr lang="zh-CN" altLang="en-US">
              <a:sym typeface="+mn-ea"/>
            </a:endParaRPr>
          </a:p>
          <a:p>
            <a:r>
              <a:rPr lang="en-US" altLang="zh-CN">
                <a:sym typeface="+mn-ea"/>
              </a:rPr>
              <a:t>5.</a:t>
            </a:r>
            <a:r>
              <a:rPr lang="zh-CN" altLang="en-US">
                <a:sym typeface="+mn-ea"/>
              </a:rPr>
              <a:t>每一个</a:t>
            </a:r>
            <a:r>
              <a:rPr lang="en-US" altLang="zh-CN">
                <a:sym typeface="+mn-ea"/>
              </a:rPr>
              <a:t>case</a:t>
            </a:r>
            <a:r>
              <a:rPr lang="zh-CN" altLang="en-US">
                <a:sym typeface="+mn-ea"/>
              </a:rPr>
              <a:t>常量必须互不相同。</a:t>
            </a:r>
            <a:endParaRPr lang="zh-CN" altLang="en-US">
              <a:sym typeface="+mn-ea"/>
            </a:endParaRPr>
          </a:p>
          <a:p>
            <a:r>
              <a:rPr lang="en-US" altLang="zh-CN">
                <a:sym typeface="+mn-ea"/>
              </a:rPr>
              <a:t>6.</a:t>
            </a:r>
            <a:r>
              <a:rPr lang="zh-CN" altLang="en-US">
                <a:sym typeface="+mn-ea"/>
              </a:rPr>
              <a:t>多个</a:t>
            </a:r>
            <a:r>
              <a:rPr lang="en-US" altLang="zh-CN">
                <a:sym typeface="+mn-ea"/>
              </a:rPr>
              <a:t>case</a:t>
            </a:r>
            <a:r>
              <a:rPr lang="zh-CN" altLang="en-US">
                <a:sym typeface="+mn-ea"/>
              </a:rPr>
              <a:t>标号可以共用一组执行</a:t>
            </a:r>
            <a:r>
              <a:rPr lang="zh-CN" altLang="en-US" smtClean="0">
                <a:sym typeface="+mn-ea"/>
              </a:rPr>
              <a:t>语句。</a:t>
            </a:r>
            <a:endParaRPr lang="zh-CN" altLang="en-US">
              <a:solidFill>
                <a:schemeClr val="tx1"/>
              </a:solidFill>
            </a:endParaRPr>
          </a:p>
          <a:p>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129155" y="816610"/>
            <a:ext cx="6775450" cy="922020"/>
          </a:xfrm>
          <a:prstGeom prst="rect">
            <a:avLst/>
          </a:prstGeom>
          <a:noFill/>
        </p:spPr>
        <p:txBody>
          <a:bodyPr wrap="square" rtlCol="0">
            <a:spAutoFit/>
          </a:bodyPr>
          <a:p>
            <a:r>
              <a:rPr lang="zh-CN" altLang="en-US"/>
              <a:t>例</a:t>
            </a:r>
            <a:r>
              <a:rPr lang="en-US" altLang="zh-CN"/>
              <a:t>2</a:t>
            </a:r>
            <a:r>
              <a:rPr lang="zh-CN" altLang="en-US"/>
              <a:t>：有一部电影，需要影迷为其打分，</a:t>
            </a:r>
            <a:r>
              <a:rPr lang="en-US" altLang="zh-CN"/>
              <a:t>9-10</a:t>
            </a:r>
            <a:r>
              <a:rPr lang="zh-CN" altLang="en-US"/>
              <a:t>分为经典，</a:t>
            </a:r>
            <a:r>
              <a:rPr lang="en-US" altLang="zh-CN"/>
              <a:t>7-8</a:t>
            </a:r>
            <a:r>
              <a:rPr lang="zh-CN" altLang="en-US"/>
              <a:t>分为非常好，</a:t>
            </a:r>
            <a:r>
              <a:rPr lang="en-US" altLang="zh-CN"/>
              <a:t>5-6</a:t>
            </a:r>
            <a:r>
              <a:rPr lang="zh-CN" altLang="en-US"/>
              <a:t>分为一般，</a:t>
            </a:r>
            <a:r>
              <a:rPr lang="en-US" altLang="zh-CN"/>
              <a:t>5</a:t>
            </a:r>
            <a:r>
              <a:rPr lang="zh-CN" altLang="en-US"/>
              <a:t>分一下为烂片，请编写一个简单程序将其实现。</a:t>
            </a:r>
            <a:endParaRPr lang="zh-CN" altLang="en-US"/>
          </a:p>
        </p:txBody>
      </p:sp>
      <p:sp>
        <p:nvSpPr>
          <p:cNvPr id="5" name="文本框 4"/>
          <p:cNvSpPr txBox="1"/>
          <p:nvPr/>
        </p:nvSpPr>
        <p:spPr>
          <a:xfrm>
            <a:off x="0" y="1830070"/>
            <a:ext cx="5242560" cy="5354320"/>
          </a:xfrm>
          <a:prstGeom prst="rect">
            <a:avLst/>
          </a:prstGeom>
          <a:noFill/>
        </p:spPr>
        <p:txBody>
          <a:bodyPr wrap="square" rtlCol="0">
            <a:spAutoFit/>
          </a:bodyPr>
          <a:p>
            <a:r>
              <a:rPr lang="zh-CN" altLang="en-US"/>
              <a:t>#include&lt;iostream&gt;</a:t>
            </a:r>
            <a:endParaRPr lang="zh-CN" altLang="en-US"/>
          </a:p>
          <a:p>
            <a:r>
              <a:rPr lang="zh-CN" altLang="en-US"/>
              <a:t>using namespace std;</a:t>
            </a:r>
            <a:endParaRPr lang="zh-CN" altLang="en-US"/>
          </a:p>
          <a:p>
            <a:r>
              <a:rPr lang="zh-CN" altLang="en-US"/>
              <a:t>int main()</a:t>
            </a:r>
            <a:endParaRPr lang="zh-CN" altLang="en-US"/>
          </a:p>
          <a:p>
            <a:r>
              <a:rPr lang="zh-CN" altLang="en-US"/>
              <a:t>{</a:t>
            </a:r>
            <a:endParaRPr lang="zh-CN" altLang="en-US"/>
          </a:p>
          <a:p>
            <a:r>
              <a:rPr lang="zh-CN" altLang="en-US"/>
              <a:t>	cout&lt;&lt;"请给电影进行打分"&lt;&lt;endl; </a:t>
            </a:r>
            <a:endParaRPr lang="zh-CN" altLang="en-US"/>
          </a:p>
          <a:p>
            <a:r>
              <a:rPr lang="zh-CN" altLang="en-US"/>
              <a:t>	int score = 0;</a:t>
            </a:r>
            <a:endParaRPr lang="zh-CN" altLang="en-US"/>
          </a:p>
          <a:p>
            <a:r>
              <a:rPr lang="zh-CN" altLang="en-US"/>
              <a:t>	cin&gt;&gt;score;</a:t>
            </a:r>
            <a:endParaRPr lang="zh-CN" altLang="en-US"/>
          </a:p>
          <a:p>
            <a:r>
              <a:rPr lang="zh-CN" altLang="en-US"/>
              <a:t>	cout&lt;&lt;"您打的分数为："&lt;&lt;score&lt;&lt;endl; </a:t>
            </a:r>
            <a:endParaRPr lang="zh-CN" altLang="en-US"/>
          </a:p>
          <a:p>
            <a:r>
              <a:rPr lang="zh-CN" altLang="en-US"/>
              <a:t>	switch(score)</a:t>
            </a:r>
            <a:endParaRPr lang="zh-CN" altLang="en-US"/>
          </a:p>
          <a:p>
            <a:r>
              <a:rPr lang="zh-CN" altLang="en-US"/>
              <a:t>	{</a:t>
            </a:r>
            <a:endParaRPr lang="zh-CN" altLang="en-US"/>
          </a:p>
          <a:p>
            <a:r>
              <a:rPr lang="zh-CN" altLang="en-US"/>
              <a:t>		case 10:</a:t>
            </a:r>
            <a:endParaRPr lang="zh-CN" altLang="en-US"/>
          </a:p>
          <a:p>
            <a:r>
              <a:rPr lang="zh-CN" altLang="en-US"/>
              <a:t>		case 9:</a:t>
            </a:r>
            <a:endParaRPr lang="zh-CN" altLang="en-US"/>
          </a:p>
          <a:p>
            <a:r>
              <a:rPr lang="zh-CN" altLang="en-US"/>
              <a:t>			cout&lt;&lt;"您认为是经典电影"&lt;&lt;endl;break; </a:t>
            </a:r>
            <a:endParaRPr lang="zh-CN" altLang="en-US"/>
          </a:p>
          <a:p>
            <a:r>
              <a:rPr lang="zh-CN" altLang="en-US"/>
              <a:t>		case 8:</a:t>
            </a:r>
            <a:endParaRPr lang="zh-CN" altLang="en-US"/>
          </a:p>
          <a:p>
            <a:r>
              <a:rPr lang="zh-CN" altLang="en-US"/>
              <a:t>		case 7:</a:t>
            </a:r>
            <a:endParaRPr lang="zh-CN" altLang="en-US"/>
          </a:p>
          <a:p>
            <a:r>
              <a:rPr lang="zh-CN" altLang="en-US"/>
              <a:t>			cout&lt;&lt;"您认为电影非常好"&lt;&lt;endl;break;</a:t>
            </a:r>
            <a:endParaRPr lang="zh-CN" altLang="en-US"/>
          </a:p>
          <a:p>
            <a:endParaRPr lang="zh-CN" altLang="en-US"/>
          </a:p>
        </p:txBody>
      </p:sp>
      <p:sp>
        <p:nvSpPr>
          <p:cNvPr id="7" name="文本框 6"/>
          <p:cNvSpPr txBox="1"/>
          <p:nvPr/>
        </p:nvSpPr>
        <p:spPr>
          <a:xfrm>
            <a:off x="5242560" y="1950085"/>
            <a:ext cx="5513070" cy="3415030"/>
          </a:xfrm>
          <a:prstGeom prst="rect">
            <a:avLst/>
          </a:prstGeom>
          <a:noFill/>
        </p:spPr>
        <p:txBody>
          <a:bodyPr wrap="square" rtlCol="0">
            <a:spAutoFit/>
          </a:bodyPr>
          <a:p>
            <a:r>
              <a:rPr lang="zh-CN" altLang="en-US">
                <a:sym typeface="+mn-ea"/>
              </a:rPr>
              <a:t>		case 6:</a:t>
            </a:r>
            <a:endParaRPr lang="zh-CN" altLang="en-US"/>
          </a:p>
          <a:p>
            <a:r>
              <a:rPr lang="zh-CN" altLang="en-US">
                <a:sym typeface="+mn-ea"/>
              </a:rPr>
              <a:t>		case 5:</a:t>
            </a:r>
            <a:endParaRPr lang="zh-CN" altLang="en-US"/>
          </a:p>
          <a:p>
            <a:r>
              <a:rPr lang="zh-CN" altLang="en-US">
                <a:sym typeface="+mn-ea"/>
              </a:rPr>
              <a:t>			cout&lt;&lt;"您认为电影一般"&lt;&lt;endl;break;</a:t>
            </a:r>
            <a:endParaRPr lang="zh-CN" altLang="en-US"/>
          </a:p>
          <a:p>
            <a:r>
              <a:rPr lang="zh-CN" altLang="en-US">
                <a:sym typeface="+mn-ea"/>
              </a:rPr>
              <a:t>		default:</a:t>
            </a:r>
            <a:endParaRPr lang="zh-CN" altLang="en-US"/>
          </a:p>
          <a:p>
            <a:r>
              <a:rPr lang="zh-CN" altLang="en-US">
                <a:sym typeface="+mn-ea"/>
              </a:rPr>
              <a:t>			cout&lt;&lt;"您认为这是烂片"&lt;&lt;endl;break;	</a:t>
            </a:r>
            <a:endParaRPr lang="zh-CN" altLang="en-US"/>
          </a:p>
          <a:p>
            <a:r>
              <a:rPr lang="zh-CN" altLang="en-US">
                <a:sym typeface="+mn-ea"/>
              </a:rPr>
              <a:t>		}</a:t>
            </a:r>
            <a:endParaRPr lang="zh-CN" altLang="en-US"/>
          </a:p>
          <a:p>
            <a:r>
              <a:rPr lang="zh-CN" altLang="en-US">
                <a:sym typeface="+mn-ea"/>
              </a:rPr>
              <a:t>	system("pause");	</a:t>
            </a:r>
            <a:endParaRPr lang="zh-CN" altLang="en-US"/>
          </a:p>
          <a:p>
            <a:r>
              <a:rPr lang="zh-CN" altLang="en-US">
                <a:sym typeface="+mn-ea"/>
              </a:rPr>
              <a:t>	return 0; </a:t>
            </a:r>
            <a:endParaRPr lang="zh-CN" altLang="en-US"/>
          </a:p>
          <a:p>
            <a:r>
              <a:rPr lang="zh-CN" altLang="en-US">
                <a:sym typeface="+mn-ea"/>
              </a:rPr>
              <a:t> } </a:t>
            </a:r>
            <a:endParaRPr lang="zh-CN" altLang="en-US"/>
          </a:p>
          <a:p>
            <a:endParaRPr lang="zh-CN" altLang="en-US"/>
          </a:p>
        </p:txBody>
      </p:sp>
      <p:pic>
        <p:nvPicPr>
          <p:cNvPr id="8" name="图片 7" descr="2"/>
          <p:cNvPicPr>
            <a:picLocks noChangeAspect="1"/>
          </p:cNvPicPr>
          <p:nvPr/>
        </p:nvPicPr>
        <p:blipFill>
          <a:blip r:embed="rId1"/>
          <a:stretch>
            <a:fillRect/>
          </a:stretch>
        </p:blipFill>
        <p:spPr>
          <a:xfrm>
            <a:off x="5785485" y="4949825"/>
            <a:ext cx="4557395" cy="163449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433955" y="786130"/>
            <a:ext cx="8486775" cy="706755"/>
          </a:xfrm>
          <a:prstGeom prst="rect">
            <a:avLst/>
          </a:prstGeom>
          <a:noFill/>
        </p:spPr>
        <p:txBody>
          <a:bodyPr wrap="square" rtlCol="0">
            <a:spAutoFit/>
          </a:bodyPr>
          <a:p>
            <a:pPr algn="ctr"/>
            <a:r>
              <a:rPr lang="zh-CN" altLang="en-US" sz="4000">
                <a:solidFill>
                  <a:srgbClr val="FF0000"/>
                </a:solidFill>
              </a:rPr>
              <a:t>循环结构</a:t>
            </a:r>
            <a:endParaRPr lang="zh-CN" altLang="en-US" sz="4000">
              <a:solidFill>
                <a:srgbClr val="FF0000"/>
              </a:solidFill>
            </a:endParaRPr>
          </a:p>
        </p:txBody>
      </p:sp>
      <p:sp>
        <p:nvSpPr>
          <p:cNvPr id="5" name="文本框 4"/>
          <p:cNvSpPr txBox="1"/>
          <p:nvPr/>
        </p:nvSpPr>
        <p:spPr>
          <a:xfrm>
            <a:off x="1419225" y="2175510"/>
            <a:ext cx="10509885" cy="2676525"/>
          </a:xfrm>
          <a:prstGeom prst="rect">
            <a:avLst/>
          </a:prstGeom>
          <a:noFill/>
        </p:spPr>
        <p:txBody>
          <a:bodyPr wrap="square" rtlCol="0">
            <a:spAutoFit/>
          </a:bodyPr>
          <a:p>
            <a:r>
              <a:rPr lang="zh-CN" altLang="en-US" sz="2800" b="1">
                <a:latin typeface="+mn-ea"/>
                <a:cs typeface="+mn-ea"/>
                <a:sym typeface="+mn-ea"/>
              </a:rPr>
              <a:t>•</a:t>
            </a:r>
            <a:r>
              <a:rPr lang="en-US" altLang="zh-CN" sz="2800" b="1">
                <a:latin typeface="+mn-ea"/>
                <a:cs typeface="+mn-ea"/>
                <a:sym typeface="+mn-ea"/>
              </a:rPr>
              <a:t>while</a:t>
            </a:r>
            <a:r>
              <a:rPr lang="zh-CN" altLang="en-US" sz="2800" b="1">
                <a:latin typeface="+mn-ea"/>
                <a:cs typeface="+mn-ea"/>
                <a:sym typeface="+mn-ea"/>
              </a:rPr>
              <a:t>循环语句</a:t>
            </a:r>
            <a:endParaRPr lang="zh-CN" altLang="en-US" sz="2800" b="1">
              <a:latin typeface="+mn-ea"/>
              <a:cs typeface="+mn-ea"/>
              <a:sym typeface="+mn-ea"/>
            </a:endParaRPr>
          </a:p>
          <a:p>
            <a:r>
              <a:rPr lang="zh-CN" altLang="en-US" sz="2800" b="1">
                <a:latin typeface="+mn-ea"/>
                <a:cs typeface="+mn-ea"/>
                <a:sym typeface="+mn-ea"/>
              </a:rPr>
              <a:t>•</a:t>
            </a:r>
            <a:r>
              <a:rPr lang="en-US" altLang="zh-CN" sz="2800" b="1">
                <a:latin typeface="+mn-ea"/>
                <a:cs typeface="+mn-ea"/>
                <a:sym typeface="+mn-ea"/>
              </a:rPr>
              <a:t>do-while</a:t>
            </a:r>
            <a:r>
              <a:rPr lang="zh-CN" altLang="en-US" sz="2800" b="1">
                <a:latin typeface="+mn-ea"/>
                <a:cs typeface="+mn-ea"/>
                <a:sym typeface="+mn-ea"/>
              </a:rPr>
              <a:t>循环语句</a:t>
            </a:r>
            <a:endParaRPr lang="zh-CN" altLang="en-US" sz="2800" b="1">
              <a:latin typeface="+mn-ea"/>
              <a:cs typeface="+mn-ea"/>
              <a:sym typeface="+mn-ea"/>
            </a:endParaRPr>
          </a:p>
          <a:p>
            <a:r>
              <a:rPr lang="zh-CN" altLang="en-US" sz="2800" b="1">
                <a:latin typeface="+mn-ea"/>
                <a:cs typeface="+mn-ea"/>
                <a:sym typeface="+mn-ea"/>
              </a:rPr>
              <a:t>•</a:t>
            </a:r>
            <a:r>
              <a:rPr lang="en-US" altLang="zh-CN" sz="2800" b="1">
                <a:latin typeface="+mn-ea"/>
                <a:cs typeface="+mn-ea"/>
                <a:sym typeface="+mn-ea"/>
              </a:rPr>
              <a:t>for</a:t>
            </a:r>
            <a:r>
              <a:rPr lang="zh-CN" altLang="en-US" sz="2800" b="1">
                <a:latin typeface="+mn-ea"/>
                <a:cs typeface="+mn-ea"/>
                <a:sym typeface="+mn-ea"/>
              </a:rPr>
              <a:t>循环语句</a:t>
            </a:r>
            <a:endParaRPr lang="zh-CN" altLang="en-US" sz="2800" b="1">
              <a:latin typeface="+mn-ea"/>
              <a:cs typeface="+mn-ea"/>
              <a:sym typeface="+mn-ea"/>
            </a:endParaRPr>
          </a:p>
          <a:p>
            <a:r>
              <a:rPr lang="zh-CN" altLang="en-US" sz="2800" b="1">
                <a:latin typeface="+mn-ea"/>
                <a:cs typeface="+mn-ea"/>
                <a:sym typeface="+mn-ea"/>
              </a:rPr>
              <a:t>•</a:t>
            </a:r>
            <a:r>
              <a:rPr lang="en-US" altLang="zh-CN" sz="2800" b="1">
                <a:latin typeface="+mn-ea"/>
                <a:cs typeface="+mn-ea"/>
                <a:sym typeface="+mn-ea"/>
              </a:rPr>
              <a:t>break</a:t>
            </a:r>
            <a:r>
              <a:rPr lang="zh-CN" altLang="en-US" sz="2800" b="1">
                <a:latin typeface="+mn-ea"/>
                <a:cs typeface="+mn-ea"/>
                <a:sym typeface="+mn-ea"/>
              </a:rPr>
              <a:t>跳转语句</a:t>
            </a:r>
            <a:endParaRPr lang="zh-CN" altLang="en-US" sz="2800" b="1">
              <a:latin typeface="+mn-ea"/>
              <a:cs typeface="+mn-ea"/>
              <a:sym typeface="+mn-ea"/>
            </a:endParaRPr>
          </a:p>
          <a:p>
            <a:r>
              <a:rPr lang="zh-CN" altLang="en-US" sz="2800" b="1">
                <a:latin typeface="+mn-ea"/>
                <a:cs typeface="+mn-ea"/>
                <a:sym typeface="+mn-ea"/>
              </a:rPr>
              <a:t>•</a:t>
            </a:r>
            <a:r>
              <a:rPr lang="en-US" altLang="zh-CN" sz="2800" b="1">
                <a:latin typeface="+mn-ea"/>
                <a:cs typeface="+mn-ea"/>
                <a:sym typeface="+mn-ea"/>
              </a:rPr>
              <a:t>continue</a:t>
            </a:r>
            <a:r>
              <a:rPr lang="zh-CN" altLang="en-US" sz="2800" b="1">
                <a:latin typeface="+mn-ea"/>
                <a:cs typeface="+mn-ea"/>
                <a:sym typeface="+mn-ea"/>
              </a:rPr>
              <a:t>跳转语句</a:t>
            </a:r>
            <a:endParaRPr lang="zh-CN" altLang="en-US" sz="2800" b="1">
              <a:latin typeface="+mn-ea"/>
              <a:cs typeface="+mn-ea"/>
              <a:sym typeface="+mn-ea"/>
            </a:endParaRPr>
          </a:p>
          <a:p>
            <a:r>
              <a:rPr lang="zh-CN" altLang="en-US" sz="2800" b="1">
                <a:latin typeface="+mn-ea"/>
                <a:cs typeface="+mn-ea"/>
                <a:sym typeface="+mn-ea"/>
              </a:rPr>
              <a:t>•</a:t>
            </a:r>
            <a:r>
              <a:rPr lang="en-US" altLang="zh-CN" sz="2800" b="1">
                <a:latin typeface="+mn-ea"/>
                <a:cs typeface="+mn-ea"/>
                <a:sym typeface="+mn-ea"/>
              </a:rPr>
              <a:t>goto</a:t>
            </a:r>
            <a:r>
              <a:rPr lang="zh-CN" altLang="en-US" sz="2800" b="1">
                <a:latin typeface="+mn-ea"/>
                <a:cs typeface="+mn-ea"/>
                <a:sym typeface="+mn-ea"/>
              </a:rPr>
              <a:t>跳转语句</a:t>
            </a:r>
            <a:endParaRPr lang="zh-CN" altLang="en-US" sz="2800" b="1">
              <a:latin typeface="+mn-ea"/>
              <a:cs typeface="+mn-ea"/>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828800" y="516255"/>
            <a:ext cx="7830820" cy="706755"/>
          </a:xfrm>
          <a:prstGeom prst="rect">
            <a:avLst/>
          </a:prstGeom>
          <a:noFill/>
        </p:spPr>
        <p:txBody>
          <a:bodyPr wrap="square" rtlCol="0">
            <a:spAutoFit/>
          </a:bodyPr>
          <a:p>
            <a:r>
              <a:rPr lang="en-US" altLang="zh-CN" sz="4000" b="1">
                <a:latin typeface="+mj-ea"/>
                <a:ea typeface="+mj-ea"/>
                <a:cs typeface="+mj-ea"/>
              </a:rPr>
              <a:t>while</a:t>
            </a:r>
            <a:r>
              <a:rPr lang="zh-CN" altLang="en-US" sz="4000" b="1">
                <a:latin typeface="+mj-ea"/>
                <a:ea typeface="+mj-ea"/>
                <a:cs typeface="+mj-ea"/>
              </a:rPr>
              <a:t>循环语句</a:t>
            </a:r>
            <a:endParaRPr lang="zh-CN" altLang="en-US" sz="4000" b="1">
              <a:latin typeface="+mj-ea"/>
              <a:ea typeface="+mj-ea"/>
              <a:cs typeface="+mj-ea"/>
            </a:endParaRPr>
          </a:p>
        </p:txBody>
      </p:sp>
      <p:grpSp>
        <p:nvGrpSpPr>
          <p:cNvPr id="10" name="组合 9"/>
          <p:cNvGrpSpPr/>
          <p:nvPr/>
        </p:nvGrpSpPr>
        <p:grpSpPr>
          <a:xfrm>
            <a:off x="8507896" y="834887"/>
            <a:ext cx="2991678" cy="2564296"/>
            <a:chOff x="8507896" y="834887"/>
            <a:chExt cx="2991678" cy="2564296"/>
          </a:xfrm>
        </p:grpSpPr>
        <p:cxnSp>
          <p:nvCxnSpPr>
            <p:cNvPr id="36" name="直接箭头连接符 35"/>
            <p:cNvCxnSpPr/>
            <p:nvPr/>
          </p:nvCxnSpPr>
          <p:spPr>
            <a:xfrm>
              <a:off x="9896640" y="834887"/>
              <a:ext cx="0" cy="481479"/>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7" name="流程图: 决策 36"/>
            <p:cNvSpPr/>
            <p:nvPr/>
          </p:nvSpPr>
          <p:spPr>
            <a:xfrm>
              <a:off x="8812027" y="1316366"/>
              <a:ext cx="2169225" cy="420723"/>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a:t>表达式</a:t>
              </a:r>
              <a:endParaRPr lang="zh-CN" altLang="en-US" sz="1600" dirty="0"/>
            </a:p>
          </p:txBody>
        </p:sp>
        <p:cxnSp>
          <p:nvCxnSpPr>
            <p:cNvPr id="38" name="直接箭头连接符 37"/>
            <p:cNvCxnSpPr/>
            <p:nvPr/>
          </p:nvCxnSpPr>
          <p:spPr>
            <a:xfrm>
              <a:off x="9896639" y="1737089"/>
              <a:ext cx="0" cy="346565"/>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9462052" y="2083654"/>
              <a:ext cx="884583" cy="4309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mtClean="0"/>
                <a:t>语句</a:t>
              </a:r>
              <a:endParaRPr lang="zh-CN" altLang="en-US"/>
            </a:p>
          </p:txBody>
        </p:sp>
        <p:sp>
          <p:nvSpPr>
            <p:cNvPr id="7" name="任意多边形 6"/>
            <p:cNvSpPr/>
            <p:nvPr/>
          </p:nvSpPr>
          <p:spPr>
            <a:xfrm>
              <a:off x="9909313" y="1003852"/>
              <a:ext cx="1590261" cy="1808922"/>
            </a:xfrm>
            <a:custGeom>
              <a:avLst/>
              <a:gdLst>
                <a:gd name="connsiteX0" fmla="*/ 0 w 1590261"/>
                <a:gd name="connsiteY0" fmla="*/ 1371600 h 1669774"/>
                <a:gd name="connsiteX1" fmla="*/ 0 w 1590261"/>
                <a:gd name="connsiteY1" fmla="*/ 1669774 h 1669774"/>
                <a:gd name="connsiteX2" fmla="*/ 1590261 w 1590261"/>
                <a:gd name="connsiteY2" fmla="*/ 1669774 h 1669774"/>
                <a:gd name="connsiteX3" fmla="*/ 1590261 w 1590261"/>
                <a:gd name="connsiteY3" fmla="*/ 0 h 1669774"/>
                <a:gd name="connsiteX4" fmla="*/ 0 w 1590261"/>
                <a:gd name="connsiteY4" fmla="*/ 0 h 1669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0261" h="1669774">
                  <a:moveTo>
                    <a:pt x="0" y="1371600"/>
                  </a:moveTo>
                  <a:lnTo>
                    <a:pt x="0" y="1669774"/>
                  </a:lnTo>
                  <a:lnTo>
                    <a:pt x="1590261" y="1669774"/>
                  </a:lnTo>
                  <a:lnTo>
                    <a:pt x="1590261" y="0"/>
                  </a:lnTo>
                  <a:lnTo>
                    <a:pt x="0" y="0"/>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8" name="任意多边形 7"/>
            <p:cNvSpPr/>
            <p:nvPr/>
          </p:nvSpPr>
          <p:spPr>
            <a:xfrm>
              <a:off x="8547652" y="1530626"/>
              <a:ext cx="1371600" cy="1868557"/>
            </a:xfrm>
            <a:custGeom>
              <a:avLst/>
              <a:gdLst>
                <a:gd name="connsiteX0" fmla="*/ 258418 w 1371600"/>
                <a:gd name="connsiteY0" fmla="*/ 0 h 1868557"/>
                <a:gd name="connsiteX1" fmla="*/ 0 w 1371600"/>
                <a:gd name="connsiteY1" fmla="*/ 0 h 1868557"/>
                <a:gd name="connsiteX2" fmla="*/ 0 w 1371600"/>
                <a:gd name="connsiteY2" fmla="*/ 1580322 h 1868557"/>
                <a:gd name="connsiteX3" fmla="*/ 1371600 w 1371600"/>
                <a:gd name="connsiteY3" fmla="*/ 1580322 h 1868557"/>
                <a:gd name="connsiteX4" fmla="*/ 1371600 w 1371600"/>
                <a:gd name="connsiteY4" fmla="*/ 1868557 h 1868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1600" h="1868557">
                  <a:moveTo>
                    <a:pt x="258418" y="0"/>
                  </a:moveTo>
                  <a:lnTo>
                    <a:pt x="0" y="0"/>
                  </a:lnTo>
                  <a:lnTo>
                    <a:pt x="0" y="1580322"/>
                  </a:lnTo>
                  <a:lnTo>
                    <a:pt x="1371600" y="1580322"/>
                  </a:lnTo>
                  <a:lnTo>
                    <a:pt x="1371600" y="1868557"/>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chemeClr val="tx1"/>
                </a:solidFill>
              </a:endParaRPr>
            </a:p>
          </p:txBody>
        </p:sp>
        <p:sp>
          <p:nvSpPr>
            <p:cNvPr id="9" name="文本框 8"/>
            <p:cNvSpPr txBox="1"/>
            <p:nvPr/>
          </p:nvSpPr>
          <p:spPr>
            <a:xfrm>
              <a:off x="9871792" y="1725706"/>
              <a:ext cx="457200" cy="369332"/>
            </a:xfrm>
            <a:prstGeom prst="rect">
              <a:avLst/>
            </a:prstGeom>
            <a:noFill/>
          </p:spPr>
          <p:txBody>
            <a:bodyPr wrap="square" rtlCol="0">
              <a:spAutoFit/>
            </a:bodyPr>
            <a:p>
              <a:r>
                <a:rPr lang="en-US" altLang="zh-CN" smtClean="0"/>
                <a:t>Y</a:t>
              </a:r>
              <a:endParaRPr lang="zh-CN" altLang="en-US"/>
            </a:p>
          </p:txBody>
        </p:sp>
        <p:sp>
          <p:nvSpPr>
            <p:cNvPr id="40" name="文本框 39"/>
            <p:cNvSpPr txBox="1"/>
            <p:nvPr/>
          </p:nvSpPr>
          <p:spPr>
            <a:xfrm>
              <a:off x="8507896" y="1223265"/>
              <a:ext cx="457200" cy="369332"/>
            </a:xfrm>
            <a:prstGeom prst="rect">
              <a:avLst/>
            </a:prstGeom>
            <a:noFill/>
          </p:spPr>
          <p:txBody>
            <a:bodyPr wrap="square" rtlCol="0">
              <a:spAutoFit/>
            </a:bodyPr>
            <a:p>
              <a:r>
                <a:rPr lang="en-US" altLang="zh-CN"/>
                <a:t>N</a:t>
              </a:r>
              <a:endParaRPr lang="zh-CN" altLang="en-US"/>
            </a:p>
          </p:txBody>
        </p:sp>
      </p:grpSp>
      <p:sp>
        <p:nvSpPr>
          <p:cNvPr id="11" name="文本框 10"/>
          <p:cNvSpPr txBox="1"/>
          <p:nvPr/>
        </p:nvSpPr>
        <p:spPr>
          <a:xfrm>
            <a:off x="1828800" y="1304925"/>
            <a:ext cx="6329045" cy="3784600"/>
          </a:xfrm>
          <a:prstGeom prst="rect">
            <a:avLst/>
          </a:prstGeom>
          <a:noFill/>
        </p:spPr>
        <p:txBody>
          <a:bodyPr wrap="square" rtlCol="0">
            <a:spAutoFit/>
          </a:bodyPr>
          <a:p>
            <a:r>
              <a:rPr lang="en-US" altLang="zh-CN" sz="2400">
                <a:solidFill>
                  <a:srgbClr val="FF0000"/>
                </a:solidFill>
                <a:latin typeface="+mn-ea"/>
                <a:cs typeface="+mn-ea"/>
              </a:rPr>
              <a:t>1.while</a:t>
            </a:r>
            <a:r>
              <a:rPr lang="zh-CN" altLang="en-US" sz="2400">
                <a:solidFill>
                  <a:srgbClr val="FF0000"/>
                </a:solidFill>
                <a:latin typeface="+mn-ea"/>
                <a:cs typeface="+mn-ea"/>
              </a:rPr>
              <a:t>循环语句的语法：</a:t>
            </a:r>
            <a:r>
              <a:rPr lang="en-US" altLang="zh-CN" sz="2400">
                <a:solidFill>
                  <a:srgbClr val="FF0000"/>
                </a:solidFill>
                <a:latin typeface="+mn-ea"/>
                <a:cs typeface="+mn-ea"/>
              </a:rPr>
              <a:t>while</a:t>
            </a:r>
            <a:r>
              <a:rPr lang="zh-CN" altLang="en-US" sz="2400">
                <a:solidFill>
                  <a:srgbClr val="FF0000"/>
                </a:solidFill>
                <a:latin typeface="+mn-ea"/>
                <a:cs typeface="+mn-ea"/>
              </a:rPr>
              <a:t>（循环条件）</a:t>
            </a:r>
            <a:r>
              <a:rPr lang="en-US" altLang="zh-CN" sz="2400">
                <a:solidFill>
                  <a:srgbClr val="FF0000"/>
                </a:solidFill>
                <a:latin typeface="+mn-ea"/>
                <a:cs typeface="+mn-ea"/>
              </a:rPr>
              <a:t>{</a:t>
            </a:r>
            <a:r>
              <a:rPr lang="zh-CN" altLang="en-US" sz="2400">
                <a:solidFill>
                  <a:srgbClr val="FF0000"/>
                </a:solidFill>
                <a:latin typeface="+mn-ea"/>
                <a:cs typeface="+mn-ea"/>
              </a:rPr>
              <a:t>循环语句</a:t>
            </a:r>
            <a:r>
              <a:rPr lang="en-US" altLang="zh-CN" sz="2400">
                <a:solidFill>
                  <a:srgbClr val="FF0000"/>
                </a:solidFill>
                <a:latin typeface="+mn-ea"/>
                <a:cs typeface="+mn-ea"/>
              </a:rPr>
              <a:t>}</a:t>
            </a:r>
            <a:endParaRPr lang="en-US" altLang="zh-CN" sz="2400">
              <a:solidFill>
                <a:srgbClr val="FF0000"/>
              </a:solidFill>
              <a:latin typeface="+mn-ea"/>
              <a:cs typeface="+mn-ea"/>
            </a:endParaRPr>
          </a:p>
          <a:p>
            <a:r>
              <a:rPr lang="en-US" altLang="zh-CN" sz="2400">
                <a:solidFill>
                  <a:schemeClr val="tx1"/>
                </a:solidFill>
                <a:latin typeface="+mn-ea"/>
                <a:cs typeface="+mn-ea"/>
              </a:rPr>
              <a:t>2.</a:t>
            </a:r>
            <a:r>
              <a:rPr lang="zh-CN" altLang="en-US" sz="2400">
                <a:solidFill>
                  <a:schemeClr val="tx1"/>
                </a:solidFill>
                <a:latin typeface="+mn-ea"/>
                <a:cs typeface="+mn-ea"/>
              </a:rPr>
              <a:t>只有当循环条件为真时，才会执行循环体语句</a:t>
            </a:r>
            <a:endParaRPr lang="zh-CN" altLang="en-US" sz="2400">
              <a:solidFill>
                <a:schemeClr val="tx1"/>
              </a:solidFill>
              <a:latin typeface="+mn-ea"/>
              <a:cs typeface="+mn-ea"/>
            </a:endParaRPr>
          </a:p>
          <a:p>
            <a:r>
              <a:rPr lang="en-US" altLang="zh-CN" sz="2400">
                <a:solidFill>
                  <a:schemeClr val="tx1"/>
                </a:solidFill>
                <a:latin typeface="+mn-ea"/>
                <a:cs typeface="+mn-ea"/>
              </a:rPr>
              <a:t>3.</a:t>
            </a:r>
            <a:r>
              <a:rPr lang="zh-CN" altLang="en-US" sz="2400" smtClean="0">
                <a:sym typeface="+mn-ea"/>
              </a:rPr>
              <a:t>执行</a:t>
            </a:r>
            <a:r>
              <a:rPr lang="zh-CN" altLang="en-US" sz="2400">
                <a:sym typeface="+mn-ea"/>
              </a:rPr>
              <a:t>循环体的次数是由循环条件控制的，这个循环条件就是图中的“表达式”，它也称为循环条件表达式。当此表达式的值为真</a:t>
            </a:r>
            <a:r>
              <a:rPr lang="zh-CN" altLang="en-US" sz="2400" smtClean="0">
                <a:sym typeface="+mn-ea"/>
              </a:rPr>
              <a:t>时，就</a:t>
            </a:r>
            <a:r>
              <a:rPr lang="zh-CN" altLang="en-US" sz="2400">
                <a:sym typeface="+mn-ea"/>
              </a:rPr>
              <a:t>执行循环体语句；为假</a:t>
            </a:r>
            <a:r>
              <a:rPr lang="zh-CN" altLang="en-US" sz="2400" smtClean="0">
                <a:sym typeface="+mn-ea"/>
              </a:rPr>
              <a:t>时，就</a:t>
            </a:r>
            <a:r>
              <a:rPr lang="zh-CN" altLang="en-US" sz="2400">
                <a:sym typeface="+mn-ea"/>
              </a:rPr>
              <a:t>不执行循环体语句</a:t>
            </a:r>
            <a:r>
              <a:rPr lang="zh-CN" altLang="en-US" sz="2400" smtClean="0">
                <a:sym typeface="+mn-ea"/>
              </a:rPr>
              <a:t>。</a:t>
            </a:r>
            <a:endParaRPr lang="zh-CN" altLang="en-US" sz="2400">
              <a:solidFill>
                <a:schemeClr val="tx1"/>
              </a:solidFill>
            </a:endParaRPr>
          </a:p>
          <a:p>
            <a:endParaRPr lang="en-US" altLang="zh-CN" sz="2400">
              <a:solidFill>
                <a:schemeClr val="tx1"/>
              </a:solidFill>
              <a:latin typeface="+mn-ea"/>
              <a:cs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413635" y="725170"/>
            <a:ext cx="8218805" cy="368300"/>
          </a:xfrm>
          <a:prstGeom prst="rect">
            <a:avLst/>
          </a:prstGeom>
          <a:noFill/>
        </p:spPr>
        <p:txBody>
          <a:bodyPr wrap="square" rtlCol="0">
            <a:spAutoFit/>
          </a:bodyPr>
          <a:p>
            <a:r>
              <a:rPr lang="zh-CN" altLang="en-US"/>
              <a:t>例</a:t>
            </a:r>
            <a:r>
              <a:rPr lang="en-US" altLang="zh-CN"/>
              <a:t>3</a:t>
            </a:r>
            <a:r>
              <a:rPr lang="zh-CN" altLang="en-US"/>
              <a:t>：求</a:t>
            </a:r>
            <a:r>
              <a:rPr lang="en-US" altLang="zh-CN"/>
              <a:t>1+2+3+4+······+100</a:t>
            </a:r>
            <a:r>
              <a:rPr lang="zh-CN" altLang="en-US"/>
              <a:t>的和</a:t>
            </a:r>
            <a:endParaRPr lang="zh-CN" altLang="en-US"/>
          </a:p>
        </p:txBody>
      </p:sp>
      <p:sp>
        <p:nvSpPr>
          <p:cNvPr id="5" name="文本框 4"/>
          <p:cNvSpPr txBox="1"/>
          <p:nvPr/>
        </p:nvSpPr>
        <p:spPr>
          <a:xfrm>
            <a:off x="2413635" y="1353820"/>
            <a:ext cx="4376420" cy="4246245"/>
          </a:xfrm>
          <a:prstGeom prst="rect">
            <a:avLst/>
          </a:prstGeom>
          <a:noFill/>
        </p:spPr>
        <p:txBody>
          <a:bodyPr wrap="square" rtlCol="0">
            <a:spAutoFit/>
          </a:bodyPr>
          <a:p>
            <a:r>
              <a:rPr lang="zh-CN" altLang="en-US"/>
              <a:t>#include&lt;iostream&gt;</a:t>
            </a:r>
            <a:endParaRPr lang="zh-CN" altLang="en-US"/>
          </a:p>
          <a:p>
            <a:r>
              <a:rPr lang="zh-CN" altLang="en-US"/>
              <a:t>using namespace std;</a:t>
            </a:r>
            <a:endParaRPr lang="zh-CN" altLang="en-US"/>
          </a:p>
          <a:p>
            <a:r>
              <a:rPr lang="zh-CN" altLang="en-US"/>
              <a:t>int main()</a:t>
            </a:r>
            <a:endParaRPr lang="zh-CN" altLang="en-US"/>
          </a:p>
          <a:p>
            <a:r>
              <a:rPr lang="zh-CN" altLang="en-US"/>
              <a:t>{</a:t>
            </a:r>
            <a:endParaRPr lang="zh-CN" altLang="en-US"/>
          </a:p>
          <a:p>
            <a:r>
              <a:rPr lang="zh-CN" altLang="en-US"/>
              <a:t>    int i=1,sum=0;</a:t>
            </a:r>
            <a:endParaRPr lang="zh-CN" altLang="en-US"/>
          </a:p>
          <a:p>
            <a:r>
              <a:rPr lang="zh-CN" altLang="en-US"/>
              <a:t>	while(i&lt;=100)</a:t>
            </a:r>
            <a:endParaRPr lang="zh-CN" altLang="en-US"/>
          </a:p>
          <a:p>
            <a:r>
              <a:rPr lang="zh-CN" altLang="en-US"/>
              <a:t>	{</a:t>
            </a:r>
            <a:endParaRPr lang="zh-CN" altLang="en-US"/>
          </a:p>
          <a:p>
            <a:r>
              <a:rPr lang="zh-CN" altLang="en-US"/>
              <a:t>		sum=sum+i;</a:t>
            </a:r>
            <a:endParaRPr lang="zh-CN" altLang="en-US"/>
          </a:p>
          <a:p>
            <a:r>
              <a:rPr lang="zh-CN" altLang="en-US"/>
              <a:t>		i++;</a:t>
            </a:r>
            <a:endParaRPr lang="zh-CN" altLang="en-US"/>
          </a:p>
          <a:p>
            <a:r>
              <a:rPr lang="zh-CN" altLang="en-US"/>
              <a:t>	} </a:t>
            </a:r>
            <a:endParaRPr lang="zh-CN" altLang="en-US"/>
          </a:p>
          <a:p>
            <a:r>
              <a:rPr lang="zh-CN" altLang="en-US"/>
              <a:t>	cout&lt;&lt;"所求的和为："&lt;&lt;endl;</a:t>
            </a:r>
            <a:endParaRPr lang="zh-CN" altLang="en-US"/>
          </a:p>
          <a:p>
            <a:r>
              <a:rPr lang="zh-CN" altLang="en-US"/>
              <a:t>	cout&lt;&lt;sum&lt;&lt;endl; </a:t>
            </a:r>
            <a:endParaRPr lang="zh-CN" altLang="en-US"/>
          </a:p>
          <a:p>
            <a:r>
              <a:rPr lang="zh-CN" altLang="en-US"/>
              <a:t>	system("pause");	</a:t>
            </a:r>
            <a:endParaRPr lang="zh-CN" altLang="en-US"/>
          </a:p>
          <a:p>
            <a:r>
              <a:rPr lang="zh-CN" altLang="en-US"/>
              <a:t>	return 0; </a:t>
            </a:r>
            <a:endParaRPr lang="zh-CN" altLang="en-US"/>
          </a:p>
          <a:p>
            <a:r>
              <a:rPr lang="zh-CN" altLang="en-US"/>
              <a:t> } </a:t>
            </a:r>
            <a:endParaRPr lang="zh-CN" altLang="en-US"/>
          </a:p>
        </p:txBody>
      </p:sp>
      <p:pic>
        <p:nvPicPr>
          <p:cNvPr id="7" name="图片 6" descr="1"/>
          <p:cNvPicPr>
            <a:picLocks noChangeAspect="1"/>
          </p:cNvPicPr>
          <p:nvPr/>
        </p:nvPicPr>
        <p:blipFill>
          <a:blip r:embed="rId1"/>
          <a:stretch>
            <a:fillRect/>
          </a:stretch>
        </p:blipFill>
        <p:spPr>
          <a:xfrm>
            <a:off x="7087235" y="1353820"/>
            <a:ext cx="2156460" cy="10058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828800" y="516255"/>
            <a:ext cx="7830820" cy="706755"/>
          </a:xfrm>
          <a:prstGeom prst="rect">
            <a:avLst/>
          </a:prstGeom>
          <a:noFill/>
        </p:spPr>
        <p:txBody>
          <a:bodyPr wrap="square" rtlCol="0">
            <a:spAutoFit/>
          </a:bodyPr>
          <a:p>
            <a:r>
              <a:rPr lang="en-US" altLang="zh-CN" sz="4000" b="1">
                <a:latin typeface="+mj-ea"/>
                <a:ea typeface="+mj-ea"/>
                <a:cs typeface="+mj-ea"/>
              </a:rPr>
              <a:t>do..while</a:t>
            </a:r>
            <a:r>
              <a:rPr lang="zh-CN" altLang="en-US" sz="4000" b="1">
                <a:latin typeface="+mj-ea"/>
                <a:ea typeface="+mj-ea"/>
                <a:cs typeface="+mj-ea"/>
              </a:rPr>
              <a:t>循环语句</a:t>
            </a:r>
            <a:endParaRPr lang="zh-CN" altLang="en-US" sz="4000" b="1">
              <a:latin typeface="+mj-ea"/>
              <a:ea typeface="+mj-ea"/>
              <a:cs typeface="+mj-ea"/>
            </a:endParaRPr>
          </a:p>
        </p:txBody>
      </p:sp>
      <p:grpSp>
        <p:nvGrpSpPr>
          <p:cNvPr id="7" name="组合 6"/>
          <p:cNvGrpSpPr/>
          <p:nvPr/>
        </p:nvGrpSpPr>
        <p:grpSpPr>
          <a:xfrm>
            <a:off x="8224873" y="1515663"/>
            <a:ext cx="2544417" cy="2007704"/>
            <a:chOff x="8436835" y="198783"/>
            <a:chExt cx="2544417" cy="2007704"/>
          </a:xfrm>
        </p:grpSpPr>
        <p:cxnSp>
          <p:nvCxnSpPr>
            <p:cNvPr id="36" name="直接箭头连接符 35"/>
            <p:cNvCxnSpPr/>
            <p:nvPr/>
          </p:nvCxnSpPr>
          <p:spPr>
            <a:xfrm>
              <a:off x="9896640" y="834887"/>
              <a:ext cx="0" cy="481479"/>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7" name="流程图: 决策 36"/>
            <p:cNvSpPr/>
            <p:nvPr/>
          </p:nvSpPr>
          <p:spPr>
            <a:xfrm>
              <a:off x="8812027" y="1316366"/>
              <a:ext cx="2169225" cy="420723"/>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a:t>表达式</a:t>
              </a:r>
              <a:endParaRPr lang="zh-CN" altLang="en-US" sz="1600" dirty="0"/>
            </a:p>
          </p:txBody>
        </p:sp>
        <p:cxnSp>
          <p:nvCxnSpPr>
            <p:cNvPr id="38" name="直接箭头连接符 37"/>
            <p:cNvCxnSpPr/>
            <p:nvPr/>
          </p:nvCxnSpPr>
          <p:spPr>
            <a:xfrm>
              <a:off x="9896639" y="1737089"/>
              <a:ext cx="0" cy="46939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9454347" y="539552"/>
              <a:ext cx="884583" cy="4309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mtClean="0"/>
                <a:t>语句</a:t>
              </a:r>
              <a:endParaRPr lang="zh-CN" altLang="en-US"/>
            </a:p>
          </p:txBody>
        </p:sp>
        <p:sp>
          <p:nvSpPr>
            <p:cNvPr id="9" name="文本框 8"/>
            <p:cNvSpPr txBox="1"/>
            <p:nvPr/>
          </p:nvSpPr>
          <p:spPr>
            <a:xfrm>
              <a:off x="8582294" y="1178324"/>
              <a:ext cx="457200" cy="369332"/>
            </a:xfrm>
            <a:prstGeom prst="rect">
              <a:avLst/>
            </a:prstGeom>
            <a:noFill/>
          </p:spPr>
          <p:txBody>
            <a:bodyPr wrap="square" rtlCol="0">
              <a:spAutoFit/>
            </a:bodyPr>
            <a:p>
              <a:r>
                <a:rPr lang="en-US" altLang="zh-CN" smtClean="0"/>
                <a:t>Y</a:t>
              </a:r>
              <a:endParaRPr lang="zh-CN" altLang="en-US"/>
            </a:p>
          </p:txBody>
        </p:sp>
        <p:sp>
          <p:nvSpPr>
            <p:cNvPr id="40" name="文本框 39"/>
            <p:cNvSpPr txBox="1"/>
            <p:nvPr/>
          </p:nvSpPr>
          <p:spPr>
            <a:xfrm>
              <a:off x="9897773" y="1658221"/>
              <a:ext cx="457200" cy="369332"/>
            </a:xfrm>
            <a:prstGeom prst="rect">
              <a:avLst/>
            </a:prstGeom>
            <a:noFill/>
          </p:spPr>
          <p:txBody>
            <a:bodyPr wrap="square" rtlCol="0">
              <a:spAutoFit/>
            </a:bodyPr>
            <a:p>
              <a:r>
                <a:rPr lang="en-US" altLang="zh-CN"/>
                <a:t>N</a:t>
              </a:r>
              <a:endParaRPr lang="zh-CN" altLang="en-US"/>
            </a:p>
          </p:txBody>
        </p:sp>
        <p:sp>
          <p:nvSpPr>
            <p:cNvPr id="8" name="任意多边形 7"/>
            <p:cNvSpPr/>
            <p:nvPr/>
          </p:nvSpPr>
          <p:spPr>
            <a:xfrm>
              <a:off x="8436835" y="198783"/>
              <a:ext cx="1462539" cy="1331843"/>
            </a:xfrm>
            <a:custGeom>
              <a:avLst/>
              <a:gdLst>
                <a:gd name="connsiteX0" fmla="*/ 596347 w 1699591"/>
                <a:gd name="connsiteY0" fmla="*/ 1311965 h 1311965"/>
                <a:gd name="connsiteX1" fmla="*/ 0 w 1699591"/>
                <a:gd name="connsiteY1" fmla="*/ 1311965 h 1311965"/>
                <a:gd name="connsiteX2" fmla="*/ 0 w 1699591"/>
                <a:gd name="connsiteY2" fmla="*/ 0 h 1311965"/>
                <a:gd name="connsiteX3" fmla="*/ 1699591 w 1699591"/>
                <a:gd name="connsiteY3" fmla="*/ 0 h 1311965"/>
                <a:gd name="connsiteX4" fmla="*/ 1699591 w 1699591"/>
                <a:gd name="connsiteY4" fmla="*/ 327991 h 1311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591" h="1311965">
                  <a:moveTo>
                    <a:pt x="596347" y="1311965"/>
                  </a:moveTo>
                  <a:lnTo>
                    <a:pt x="0" y="1311965"/>
                  </a:lnTo>
                  <a:lnTo>
                    <a:pt x="0" y="0"/>
                  </a:lnTo>
                  <a:lnTo>
                    <a:pt x="1699591" y="0"/>
                  </a:lnTo>
                  <a:lnTo>
                    <a:pt x="1699591" y="327991"/>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10" name="文本框 9"/>
          <p:cNvSpPr txBox="1"/>
          <p:nvPr/>
        </p:nvSpPr>
        <p:spPr>
          <a:xfrm>
            <a:off x="2007870" y="1455420"/>
            <a:ext cx="4232275" cy="3046095"/>
          </a:xfrm>
          <a:prstGeom prst="rect">
            <a:avLst/>
          </a:prstGeom>
          <a:noFill/>
        </p:spPr>
        <p:txBody>
          <a:bodyPr wrap="square" rtlCol="0">
            <a:spAutoFit/>
          </a:bodyPr>
          <a:p>
            <a:r>
              <a:rPr lang="en-US" altLang="zh-CN" sz="2400">
                <a:solidFill>
                  <a:srgbClr val="FF0000"/>
                </a:solidFill>
                <a:latin typeface="+mn-ea"/>
                <a:cs typeface="+mn-ea"/>
              </a:rPr>
              <a:t>1.do..while</a:t>
            </a:r>
            <a:r>
              <a:rPr lang="zh-CN" altLang="en-US" sz="2400">
                <a:solidFill>
                  <a:srgbClr val="FF0000"/>
                </a:solidFill>
                <a:latin typeface="+mn-ea"/>
                <a:cs typeface="+mn-ea"/>
              </a:rPr>
              <a:t>循环语句的语法：</a:t>
            </a:r>
            <a:r>
              <a:rPr lang="en-US" altLang="zh-CN" sz="2400">
                <a:solidFill>
                  <a:srgbClr val="FF0000"/>
                </a:solidFill>
                <a:latin typeface="+mn-ea"/>
                <a:cs typeface="+mn-ea"/>
              </a:rPr>
              <a:t>do{</a:t>
            </a:r>
            <a:r>
              <a:rPr lang="zh-CN" altLang="en-US" sz="2400">
                <a:solidFill>
                  <a:srgbClr val="FF0000"/>
                </a:solidFill>
                <a:latin typeface="+mn-ea"/>
                <a:cs typeface="+mn-ea"/>
              </a:rPr>
              <a:t>循环语句</a:t>
            </a:r>
            <a:r>
              <a:rPr lang="en-US" altLang="zh-CN" sz="2400">
                <a:solidFill>
                  <a:srgbClr val="FF0000"/>
                </a:solidFill>
                <a:latin typeface="+mn-ea"/>
                <a:cs typeface="+mn-ea"/>
              </a:rPr>
              <a:t>}while{</a:t>
            </a:r>
            <a:r>
              <a:rPr lang="zh-CN" altLang="en-US" sz="2400">
                <a:solidFill>
                  <a:srgbClr val="FF0000"/>
                </a:solidFill>
                <a:latin typeface="+mn-ea"/>
                <a:cs typeface="+mn-ea"/>
              </a:rPr>
              <a:t>循环条件</a:t>
            </a:r>
            <a:r>
              <a:rPr lang="en-US" altLang="zh-CN" sz="2400">
                <a:solidFill>
                  <a:srgbClr val="FF0000"/>
                </a:solidFill>
                <a:latin typeface="+mn-ea"/>
                <a:cs typeface="+mn-ea"/>
              </a:rPr>
              <a:t>}</a:t>
            </a:r>
            <a:endParaRPr lang="en-US" altLang="zh-CN" sz="2400">
              <a:solidFill>
                <a:srgbClr val="FF0000"/>
              </a:solidFill>
              <a:latin typeface="+mn-ea"/>
              <a:cs typeface="+mn-ea"/>
            </a:endParaRPr>
          </a:p>
          <a:p>
            <a:r>
              <a:rPr lang="en-US" altLang="zh-CN" sz="2400">
                <a:solidFill>
                  <a:schemeClr val="tx1"/>
                </a:solidFill>
                <a:latin typeface="+mn-ea"/>
                <a:cs typeface="+mn-ea"/>
              </a:rPr>
              <a:t>2.</a:t>
            </a:r>
            <a:r>
              <a:rPr lang="zh-CN" altLang="en-US" sz="2400">
                <a:solidFill>
                  <a:schemeClr val="tx1"/>
                </a:solidFill>
                <a:latin typeface="+mn-ea"/>
                <a:cs typeface="+mn-ea"/>
              </a:rPr>
              <a:t>先执行循环体语句一次，再判断循环条件，如果表达式为真，继续第二次执行循环体语句，如果表达式为假，则跳出循环</a:t>
            </a:r>
            <a:endParaRPr lang="zh-CN" altLang="en-US" sz="2400">
              <a:solidFill>
                <a:schemeClr val="tx1"/>
              </a:solidFill>
              <a:latin typeface="+mn-ea"/>
              <a:cs typeface="+mn-ea"/>
            </a:endParaRPr>
          </a:p>
          <a:p>
            <a:endParaRPr lang="en-US" altLang="zh-CN" sz="2400">
              <a:solidFill>
                <a:schemeClr val="tx1"/>
              </a:solidFill>
              <a:latin typeface="+mn-ea"/>
              <a:cs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058670" y="603250"/>
            <a:ext cx="8717915" cy="460375"/>
          </a:xfrm>
          <a:prstGeom prst="rect">
            <a:avLst/>
          </a:prstGeom>
          <a:noFill/>
        </p:spPr>
        <p:txBody>
          <a:bodyPr wrap="square" rtlCol="0">
            <a:spAutoFit/>
          </a:bodyPr>
          <a:p>
            <a:pPr algn="ctr"/>
            <a:r>
              <a:rPr lang="en-US" altLang="zh-CN" sz="2400">
                <a:solidFill>
                  <a:srgbClr val="C00000"/>
                </a:solidFill>
              </a:rPr>
              <a:t>#########################</a:t>
            </a:r>
            <a:r>
              <a:rPr lang="zh-CN" altLang="en-US" sz="2400">
                <a:solidFill>
                  <a:srgbClr val="C00000"/>
                </a:solidFill>
              </a:rPr>
              <a:t>注意</a:t>
            </a:r>
            <a:r>
              <a:rPr lang="en-US" altLang="zh-CN" sz="2400">
                <a:solidFill>
                  <a:srgbClr val="C00000"/>
                </a:solidFill>
              </a:rPr>
              <a:t>###########################</a:t>
            </a:r>
            <a:endParaRPr lang="en-US" altLang="zh-CN" sz="2400">
              <a:solidFill>
                <a:srgbClr val="C00000"/>
              </a:solidFill>
            </a:endParaRPr>
          </a:p>
        </p:txBody>
      </p:sp>
      <p:sp>
        <p:nvSpPr>
          <p:cNvPr id="5" name="文本框 4"/>
          <p:cNvSpPr txBox="1"/>
          <p:nvPr/>
        </p:nvSpPr>
        <p:spPr>
          <a:xfrm>
            <a:off x="2149475" y="1242695"/>
            <a:ext cx="8627110" cy="1198880"/>
          </a:xfrm>
          <a:prstGeom prst="rect">
            <a:avLst/>
          </a:prstGeom>
          <a:noFill/>
        </p:spPr>
        <p:txBody>
          <a:bodyPr wrap="square" rtlCol="0">
            <a:spAutoFit/>
          </a:bodyPr>
          <a:p>
            <a:r>
              <a:rPr lang="en-US" altLang="zh-CN"/>
              <a:t>while</a:t>
            </a:r>
            <a:r>
              <a:rPr lang="zh-CN" altLang="en-US"/>
              <a:t>循环语句与</a:t>
            </a:r>
            <a:r>
              <a:rPr lang="en-US" altLang="zh-CN"/>
              <a:t>dowhile</a:t>
            </a:r>
            <a:r>
              <a:rPr lang="zh-CN" altLang="en-US"/>
              <a:t>循环语句的差别：</a:t>
            </a:r>
            <a:endParaRPr lang="zh-CN" altLang="en-US"/>
          </a:p>
          <a:p>
            <a:r>
              <a:rPr lang="en-US" altLang="zh-CN"/>
              <a:t>1.</a:t>
            </a:r>
            <a:r>
              <a:rPr lang="zh-CN" altLang="en-US">
                <a:solidFill>
                  <a:schemeClr val="tx1">
                    <a:lumMod val="75000"/>
                    <a:lumOff val="25000"/>
                  </a:schemeClr>
                </a:solidFill>
                <a:sym typeface="+mn-ea"/>
              </a:rPr>
              <a:t>while循环的特点是先判断条件表达式，后执行循环体语句</a:t>
            </a:r>
            <a:endParaRPr lang="zh-CN" altLang="en-US">
              <a:solidFill>
                <a:schemeClr val="tx1">
                  <a:lumMod val="75000"/>
                  <a:lumOff val="25000"/>
                </a:schemeClr>
              </a:solidFill>
              <a:sym typeface="+mn-ea"/>
            </a:endParaRPr>
          </a:p>
          <a:p>
            <a:r>
              <a:rPr lang="en-US" altLang="zh-CN">
                <a:solidFill>
                  <a:schemeClr val="tx1">
                    <a:lumMod val="75000"/>
                    <a:lumOff val="25000"/>
                  </a:schemeClr>
                </a:solidFill>
                <a:sym typeface="+mn-ea"/>
              </a:rPr>
              <a:t>2.do…while</a:t>
            </a:r>
            <a:r>
              <a:rPr lang="zh-CN" altLang="en-US">
                <a:solidFill>
                  <a:schemeClr val="tx1">
                    <a:lumMod val="75000"/>
                    <a:lumOff val="25000"/>
                  </a:schemeClr>
                </a:solidFill>
                <a:sym typeface="+mn-ea"/>
              </a:rPr>
              <a:t>循环</a:t>
            </a:r>
            <a:r>
              <a:rPr lang="zh-CN" altLang="en-US">
                <a:solidFill>
                  <a:schemeClr val="tx1">
                    <a:lumMod val="75000"/>
                    <a:lumOff val="25000"/>
                  </a:schemeClr>
                </a:solidFill>
                <a:sym typeface="+mn-ea"/>
              </a:rPr>
              <a:t>的特点</a:t>
            </a:r>
            <a:r>
              <a:rPr lang="zh-CN" altLang="en-US" smtClean="0">
                <a:solidFill>
                  <a:schemeClr val="tx1">
                    <a:lumMod val="75000"/>
                    <a:lumOff val="25000"/>
                  </a:schemeClr>
                </a:solidFill>
                <a:sym typeface="+mn-ea"/>
              </a:rPr>
              <a:t>是，先</a:t>
            </a:r>
            <a:r>
              <a:rPr lang="zh-CN" altLang="en-US">
                <a:solidFill>
                  <a:schemeClr val="tx1">
                    <a:lumMod val="75000"/>
                    <a:lumOff val="25000"/>
                  </a:schemeClr>
                </a:solidFill>
                <a:sym typeface="+mn-ea"/>
              </a:rPr>
              <a:t>无条件地执行循环体，然后判断循环条件是否成立。</a:t>
            </a:r>
            <a:endParaRPr lang="zh-CN" altLang="en-US">
              <a:solidFill>
                <a:srgbClr val="1C1C1C"/>
              </a:solidFill>
            </a:endParaRPr>
          </a:p>
          <a:p>
            <a:endParaRPr lang="en-US" altLang="zh-CN"/>
          </a:p>
        </p:txBody>
      </p:sp>
      <p:sp>
        <p:nvSpPr>
          <p:cNvPr id="7" name="文本框 6"/>
          <p:cNvSpPr txBox="1"/>
          <p:nvPr/>
        </p:nvSpPr>
        <p:spPr>
          <a:xfrm>
            <a:off x="2241550" y="2317750"/>
            <a:ext cx="6583045" cy="4523105"/>
          </a:xfrm>
          <a:prstGeom prst="rect">
            <a:avLst/>
          </a:prstGeom>
          <a:noFill/>
        </p:spPr>
        <p:txBody>
          <a:bodyPr wrap="square" rtlCol="0">
            <a:spAutoFit/>
          </a:bodyPr>
          <a:p>
            <a:r>
              <a:rPr lang="zh-CN" altLang="en-US"/>
              <a:t>例</a:t>
            </a:r>
            <a:r>
              <a:rPr lang="en-US" altLang="zh-CN"/>
              <a:t>3</a:t>
            </a:r>
            <a:r>
              <a:rPr lang="zh-CN" altLang="en-US"/>
              <a:t>的</a:t>
            </a:r>
            <a:r>
              <a:rPr lang="en-US" altLang="zh-CN"/>
              <a:t>do..while</a:t>
            </a:r>
            <a:r>
              <a:rPr lang="zh-CN" altLang="en-US"/>
              <a:t>解法</a:t>
            </a:r>
            <a:endParaRPr lang="zh-CN" altLang="en-US"/>
          </a:p>
          <a:p>
            <a:r>
              <a:rPr lang="zh-CN" altLang="en-US"/>
              <a:t>#include&lt;iostream&gt;</a:t>
            </a:r>
            <a:endParaRPr lang="zh-CN" altLang="en-US"/>
          </a:p>
          <a:p>
            <a:r>
              <a:rPr lang="zh-CN" altLang="en-US"/>
              <a:t>using namespace std;</a:t>
            </a:r>
            <a:endParaRPr lang="zh-CN" altLang="en-US"/>
          </a:p>
          <a:p>
            <a:r>
              <a:rPr lang="zh-CN" altLang="en-US"/>
              <a:t>int main()</a:t>
            </a:r>
            <a:endParaRPr lang="zh-CN" altLang="en-US"/>
          </a:p>
          <a:p>
            <a:r>
              <a:rPr lang="zh-CN" altLang="en-US"/>
              <a:t>{</a:t>
            </a:r>
            <a:endParaRPr lang="zh-CN" altLang="en-US"/>
          </a:p>
          <a:p>
            <a:r>
              <a:rPr lang="zh-CN" altLang="en-US"/>
              <a:t>    int i=1,sum=0;</a:t>
            </a:r>
            <a:endParaRPr lang="zh-CN" altLang="en-US"/>
          </a:p>
          <a:p>
            <a:r>
              <a:rPr lang="zh-CN" altLang="en-US"/>
              <a:t>	do</a:t>
            </a:r>
            <a:endParaRPr lang="zh-CN" altLang="en-US"/>
          </a:p>
          <a:p>
            <a:r>
              <a:rPr lang="zh-CN" altLang="en-US"/>
              <a:t>	{</a:t>
            </a:r>
            <a:endParaRPr lang="zh-CN" altLang="en-US"/>
          </a:p>
          <a:p>
            <a:r>
              <a:rPr lang="zh-CN" altLang="en-US"/>
              <a:t>		sum=sum+i;</a:t>
            </a:r>
            <a:endParaRPr lang="zh-CN" altLang="en-US"/>
          </a:p>
          <a:p>
            <a:r>
              <a:rPr lang="zh-CN" altLang="en-US"/>
              <a:t>		i++;</a:t>
            </a:r>
            <a:endParaRPr lang="zh-CN" altLang="en-US"/>
          </a:p>
          <a:p>
            <a:r>
              <a:rPr lang="zh-CN" altLang="en-US"/>
              <a:t>	} while(i&lt;=100);</a:t>
            </a:r>
            <a:endParaRPr lang="zh-CN" altLang="en-US"/>
          </a:p>
          <a:p>
            <a:r>
              <a:rPr lang="zh-CN" altLang="en-US"/>
              <a:t>	cout&lt;&lt;"所求的和为："&lt;&lt;endl;</a:t>
            </a:r>
            <a:endParaRPr lang="zh-CN" altLang="en-US"/>
          </a:p>
          <a:p>
            <a:r>
              <a:rPr lang="zh-CN" altLang="en-US"/>
              <a:t>	cout&lt;&lt;sum&lt;&lt;endl; </a:t>
            </a:r>
            <a:endParaRPr lang="zh-CN" altLang="en-US"/>
          </a:p>
          <a:p>
            <a:r>
              <a:rPr lang="zh-CN" altLang="en-US"/>
              <a:t>	system("pause");	</a:t>
            </a:r>
            <a:endParaRPr lang="zh-CN" altLang="en-US"/>
          </a:p>
          <a:p>
            <a:r>
              <a:rPr lang="zh-CN" altLang="en-US"/>
              <a:t>	return 0; </a:t>
            </a:r>
            <a:endParaRPr lang="zh-CN" altLang="en-US"/>
          </a:p>
          <a:p>
            <a:r>
              <a:rPr lang="zh-CN" altLang="en-US"/>
              <a:t> } </a:t>
            </a:r>
            <a:endParaRPr lang="zh-CN" altLang="en-US"/>
          </a:p>
        </p:txBody>
      </p:sp>
      <p:pic>
        <p:nvPicPr>
          <p:cNvPr id="8" name="图片 7" descr="1"/>
          <p:cNvPicPr>
            <a:picLocks noChangeAspect="1"/>
          </p:cNvPicPr>
          <p:nvPr/>
        </p:nvPicPr>
        <p:blipFill>
          <a:blip r:embed="rId1"/>
          <a:stretch>
            <a:fillRect/>
          </a:stretch>
        </p:blipFill>
        <p:spPr>
          <a:xfrm>
            <a:off x="7754620" y="2317750"/>
            <a:ext cx="2118360" cy="9906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230755" y="735330"/>
            <a:ext cx="7969885" cy="706755"/>
          </a:xfrm>
          <a:prstGeom prst="rect">
            <a:avLst/>
          </a:prstGeom>
          <a:noFill/>
        </p:spPr>
        <p:txBody>
          <a:bodyPr wrap="square" rtlCol="0">
            <a:spAutoFit/>
          </a:bodyPr>
          <a:p>
            <a:r>
              <a:rPr lang="en-US" altLang="zh-CN" sz="4000" b="1">
                <a:latin typeface="+mj-ea"/>
                <a:ea typeface="+mj-ea"/>
                <a:cs typeface="+mj-ea"/>
              </a:rPr>
              <a:t>for</a:t>
            </a:r>
            <a:r>
              <a:rPr lang="zh-CN" altLang="en-US" sz="4000" b="1">
                <a:latin typeface="+mj-ea"/>
                <a:ea typeface="+mj-ea"/>
                <a:cs typeface="+mj-ea"/>
              </a:rPr>
              <a:t>循环语句</a:t>
            </a:r>
            <a:endParaRPr lang="zh-CN" altLang="en-US" sz="4000" b="1">
              <a:latin typeface="+mj-ea"/>
              <a:ea typeface="+mj-ea"/>
              <a:cs typeface="+mj-ea"/>
            </a:endParaRPr>
          </a:p>
        </p:txBody>
      </p:sp>
      <p:sp>
        <p:nvSpPr>
          <p:cNvPr id="8" name="矩形 7"/>
          <p:cNvSpPr/>
          <p:nvPr/>
        </p:nvSpPr>
        <p:spPr>
          <a:xfrm>
            <a:off x="2317696" y="1442097"/>
            <a:ext cx="3889512" cy="565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80000" rtlCol="0" anchor="ctr"/>
          <a:p>
            <a:r>
              <a:rPr lang="en-US" altLang="zh-CN" b="1"/>
              <a:t>for(</a:t>
            </a:r>
            <a:r>
              <a:rPr lang="zh-CN" altLang="en-US" b="1"/>
              <a:t>表达式</a:t>
            </a:r>
            <a:r>
              <a:rPr lang="en-US" altLang="zh-CN" b="1"/>
              <a:t>1</a:t>
            </a:r>
            <a:r>
              <a:rPr lang="zh-CN" altLang="en-US" b="1"/>
              <a:t>；表达式</a:t>
            </a:r>
            <a:r>
              <a:rPr lang="en-US" altLang="zh-CN" b="1"/>
              <a:t>2</a:t>
            </a:r>
            <a:r>
              <a:rPr lang="zh-CN" altLang="en-US" b="1"/>
              <a:t>；表达式</a:t>
            </a:r>
            <a:r>
              <a:rPr lang="en-US" altLang="zh-CN" b="1"/>
              <a:t>3</a:t>
            </a:r>
            <a:r>
              <a:rPr lang="zh-CN" altLang="en-US" b="1"/>
              <a:t>） </a:t>
            </a:r>
            <a:endParaRPr lang="zh-CN" altLang="en-US" b="1"/>
          </a:p>
          <a:p>
            <a:pPr defTabSz="357505"/>
            <a:r>
              <a:rPr lang="en-US" altLang="zh-CN" b="1" smtClean="0"/>
              <a:t>	</a:t>
            </a:r>
            <a:r>
              <a:rPr lang="zh-CN" altLang="en-US" b="1" smtClean="0"/>
              <a:t>语句</a:t>
            </a:r>
            <a:endParaRPr lang="zh-CN" altLang="en-US" b="1"/>
          </a:p>
        </p:txBody>
      </p:sp>
      <p:sp>
        <p:nvSpPr>
          <p:cNvPr id="12" name="文本框 11"/>
          <p:cNvSpPr txBox="1"/>
          <p:nvPr/>
        </p:nvSpPr>
        <p:spPr>
          <a:xfrm>
            <a:off x="2312035" y="2363470"/>
            <a:ext cx="7355205" cy="3322955"/>
          </a:xfrm>
          <a:prstGeom prst="rect">
            <a:avLst/>
          </a:prstGeom>
          <a:noFill/>
        </p:spPr>
        <p:txBody>
          <a:bodyPr wrap="square" rtlCol="0">
            <a:spAutoFit/>
          </a:bodyPr>
          <a:p>
            <a:pPr algn="just">
              <a:lnSpc>
                <a:spcPct val="150000"/>
              </a:lnSpc>
              <a:defRPr/>
            </a:pPr>
            <a:r>
              <a:rPr lang="zh-CN" altLang="en-US" sz="2000">
                <a:latin typeface="+mn-ea"/>
                <a:cs typeface="+mn-ea"/>
                <a:sym typeface="+mn-ea"/>
              </a:rPr>
              <a:t>表达式</a:t>
            </a:r>
            <a:r>
              <a:rPr lang="en-US" altLang="zh-CN" sz="2000">
                <a:latin typeface="+mn-ea"/>
                <a:cs typeface="+mn-ea"/>
                <a:sym typeface="+mn-ea"/>
              </a:rPr>
              <a:t>1: </a:t>
            </a:r>
            <a:r>
              <a:rPr lang="zh-CN" altLang="en-US" sz="2000">
                <a:latin typeface="+mn-ea"/>
                <a:cs typeface="+mn-ea"/>
                <a:sym typeface="+mn-ea"/>
              </a:rPr>
              <a:t>设置初始条件，只执行一次。可以为零个、一个或多个变量设置</a:t>
            </a:r>
            <a:r>
              <a:rPr lang="zh-CN" altLang="en-US" sz="2000" smtClean="0">
                <a:latin typeface="+mn-ea"/>
                <a:cs typeface="+mn-ea"/>
                <a:sym typeface="+mn-ea"/>
              </a:rPr>
              <a:t>初值。</a:t>
            </a:r>
            <a:endParaRPr lang="zh-CN" altLang="en-US" sz="2000" smtClean="0">
              <a:latin typeface="+mn-ea"/>
              <a:cs typeface="+mn-ea"/>
              <a:sym typeface="+mn-ea"/>
            </a:endParaRPr>
          </a:p>
          <a:p>
            <a:pPr algn="just">
              <a:lnSpc>
                <a:spcPct val="150000"/>
              </a:lnSpc>
              <a:defRPr/>
            </a:pPr>
            <a:r>
              <a:rPr lang="zh-CN" altLang="en-US" sz="2000">
                <a:latin typeface="+mn-ea"/>
                <a:cs typeface="+mn-ea"/>
              </a:rPr>
              <a:t>表达式</a:t>
            </a:r>
            <a:r>
              <a:rPr lang="en-US" altLang="zh-CN" sz="2000">
                <a:latin typeface="+mn-ea"/>
                <a:cs typeface="+mn-ea"/>
              </a:rPr>
              <a:t>2</a:t>
            </a:r>
            <a:r>
              <a:rPr lang="zh-CN" altLang="en-US" sz="2000">
                <a:latin typeface="+mn-ea"/>
                <a:cs typeface="+mn-ea"/>
              </a:rPr>
              <a:t>：</a:t>
            </a:r>
            <a:r>
              <a:rPr lang="zh-CN" altLang="en-US" sz="2000">
                <a:latin typeface="+mn-ea"/>
                <a:cs typeface="+mn-ea"/>
                <a:sym typeface="+mn-ea"/>
              </a:rPr>
              <a:t>是循环条件表达式，用来判定是否继续循环。在每次执行循环体前先执行此表达式，决定是否继续执行循环。</a:t>
            </a:r>
            <a:endParaRPr lang="zh-CN" altLang="en-US" sz="2000">
              <a:latin typeface="+mn-ea"/>
              <a:cs typeface="+mn-ea"/>
              <a:sym typeface="+mn-ea"/>
            </a:endParaRPr>
          </a:p>
          <a:p>
            <a:pPr algn="just">
              <a:lnSpc>
                <a:spcPct val="150000"/>
              </a:lnSpc>
              <a:defRPr/>
            </a:pPr>
            <a:r>
              <a:rPr lang="zh-CN" altLang="en-US" sz="2000">
                <a:latin typeface="+mn-ea"/>
                <a:cs typeface="+mn-ea"/>
                <a:sym typeface="+mn-ea"/>
              </a:rPr>
              <a:t>表达式</a:t>
            </a:r>
            <a:r>
              <a:rPr lang="en-US" altLang="zh-CN" sz="2000">
                <a:latin typeface="+mn-ea"/>
                <a:cs typeface="+mn-ea"/>
                <a:sym typeface="+mn-ea"/>
              </a:rPr>
              <a:t>3: </a:t>
            </a:r>
            <a:r>
              <a:rPr lang="zh-CN" altLang="en-US" sz="2000">
                <a:latin typeface="+mn-ea"/>
                <a:cs typeface="+mn-ea"/>
                <a:sym typeface="+mn-ea"/>
              </a:rPr>
              <a:t>作为循环的调整，例如使循环变量增值，它是在执行完循环体后才进行的。</a:t>
            </a:r>
            <a:endParaRPr lang="zh-CN" altLang="en-US" sz="2000">
              <a:latin typeface="+mn-ea"/>
              <a:cs typeface="+mn-ea"/>
              <a:sym typeface="+mn-ea"/>
            </a:endParaRPr>
          </a:p>
          <a:p>
            <a:pPr algn="just">
              <a:lnSpc>
                <a:spcPct val="150000"/>
              </a:lnSpc>
              <a:defRPr/>
            </a:pPr>
            <a:endParaRPr lang="zh-CN" altLang="en-US" sz="2000">
              <a:latin typeface="+mn-ea"/>
              <a:cs typeface="+mn-ea"/>
            </a:endParaRPr>
          </a:p>
        </p:txBody>
      </p:sp>
      <p:sp>
        <p:nvSpPr>
          <p:cNvPr id="26" name="圆角矩形 25"/>
          <p:cNvSpPr/>
          <p:nvPr/>
        </p:nvSpPr>
        <p:spPr>
          <a:xfrm>
            <a:off x="6792160" y="424987"/>
            <a:ext cx="1899159" cy="1891907"/>
          </a:xfrm>
          <a:prstGeom prst="roundRect">
            <a:avLst>
              <a:gd name="adj" fmla="val 1849"/>
            </a:avLst>
          </a:prstGeom>
        </p:spPr>
        <p:style>
          <a:lnRef idx="2">
            <a:schemeClr val="accent1"/>
          </a:lnRef>
          <a:fillRef idx="1">
            <a:schemeClr val="lt1"/>
          </a:fillRef>
          <a:effectRef idx="0">
            <a:schemeClr val="accent1"/>
          </a:effectRef>
          <a:fontRef idx="minor">
            <a:schemeClr val="dk1"/>
          </a:fontRef>
        </p:style>
        <p:txBody>
          <a:bodyPr lIns="180000" rtlCol="0" anchor="t"/>
          <a:p>
            <a:pPr defTabSz="363855">
              <a:lnSpc>
                <a:spcPct val="120000"/>
              </a:lnSpc>
            </a:pPr>
            <a:r>
              <a:rPr lang="zh-CN" altLang="en-US" sz="1600"/>
              <a:t>表达式</a:t>
            </a:r>
            <a:r>
              <a:rPr lang="en-US" altLang="zh-CN" sz="1600" smtClean="0"/>
              <a:t>1;</a:t>
            </a:r>
            <a:endParaRPr lang="zh-CN" altLang="en-US" sz="1600"/>
          </a:p>
          <a:p>
            <a:pPr defTabSz="363855">
              <a:lnSpc>
                <a:spcPct val="120000"/>
              </a:lnSpc>
            </a:pPr>
            <a:r>
              <a:rPr lang="en-US" altLang="zh-CN" sz="1600" smtClean="0"/>
              <a:t>while </a:t>
            </a:r>
            <a:r>
              <a:rPr lang="zh-CN" altLang="en-US" sz="1600"/>
              <a:t>表达式</a:t>
            </a:r>
            <a:r>
              <a:rPr lang="en-US" altLang="zh-CN" sz="1600"/>
              <a:t>2</a:t>
            </a:r>
            <a:endParaRPr lang="en-US" altLang="zh-CN" sz="1600"/>
          </a:p>
          <a:p>
            <a:pPr defTabSz="363855">
              <a:lnSpc>
                <a:spcPct val="120000"/>
              </a:lnSpc>
            </a:pPr>
            <a:r>
              <a:rPr lang="en-US" altLang="zh-CN" sz="1600" smtClean="0"/>
              <a:t>{</a:t>
            </a:r>
            <a:endParaRPr lang="en-US" altLang="zh-CN" sz="1600"/>
          </a:p>
          <a:p>
            <a:pPr defTabSz="363855">
              <a:lnSpc>
                <a:spcPct val="120000"/>
              </a:lnSpc>
            </a:pPr>
            <a:r>
              <a:rPr lang="en-US" altLang="zh-CN" sz="1600" smtClean="0"/>
              <a:t>	</a:t>
            </a:r>
            <a:r>
              <a:rPr lang="zh-CN" altLang="en-US" sz="1600" smtClean="0"/>
              <a:t>语句</a:t>
            </a:r>
            <a:endParaRPr lang="zh-CN" altLang="en-US" sz="1600"/>
          </a:p>
          <a:p>
            <a:pPr defTabSz="363855">
              <a:lnSpc>
                <a:spcPct val="120000"/>
              </a:lnSpc>
            </a:pPr>
            <a:r>
              <a:rPr lang="en-US" altLang="zh-CN" sz="1600" smtClean="0"/>
              <a:t>	</a:t>
            </a:r>
            <a:r>
              <a:rPr lang="zh-CN" altLang="en-US" sz="1600" smtClean="0"/>
              <a:t>表达式</a:t>
            </a:r>
            <a:r>
              <a:rPr lang="en-US" altLang="zh-CN" sz="1600"/>
              <a:t>3</a:t>
            </a:r>
            <a:endParaRPr lang="en-US" altLang="zh-CN" sz="1600"/>
          </a:p>
          <a:p>
            <a:pPr defTabSz="363855">
              <a:lnSpc>
                <a:spcPct val="120000"/>
              </a:lnSpc>
            </a:pPr>
            <a:r>
              <a:rPr lang="en-US" altLang="zh-CN" sz="1600" smtClean="0"/>
              <a:t>}</a:t>
            </a:r>
            <a:endParaRPr lang="en-US" altLang="zh-CN" sz="1600" smtClean="0">
              <a:solidFill>
                <a:srgbClr val="008000"/>
              </a:solidFill>
            </a:endParaRPr>
          </a:p>
        </p:txBody>
      </p:sp>
      <p:sp>
        <p:nvSpPr>
          <p:cNvPr id="13" name="文本框 12"/>
          <p:cNvSpPr txBox="1"/>
          <p:nvPr/>
        </p:nvSpPr>
        <p:spPr>
          <a:xfrm>
            <a:off x="6257290" y="1450340"/>
            <a:ext cx="487045" cy="368300"/>
          </a:xfrm>
          <a:prstGeom prst="rect">
            <a:avLst/>
          </a:prstGeom>
          <a:noFill/>
        </p:spPr>
        <p:txBody>
          <a:bodyPr wrap="square" rtlCol="0">
            <a:spAutoFit/>
          </a:bodyPr>
          <a:p>
            <a:r>
              <a:rPr lang="en-US" altLang="zh-CN"/>
              <a:t>==</a:t>
            </a:r>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108835" y="755650"/>
            <a:ext cx="9603740" cy="368300"/>
          </a:xfrm>
          <a:prstGeom prst="rect">
            <a:avLst/>
          </a:prstGeom>
          <a:noFill/>
        </p:spPr>
        <p:txBody>
          <a:bodyPr wrap="square" rtlCol="0">
            <a:spAutoFit/>
          </a:bodyPr>
          <a:p>
            <a:endParaRPr lang="en-US" altLang="zh-CN"/>
          </a:p>
        </p:txBody>
      </p:sp>
      <p:sp>
        <p:nvSpPr>
          <p:cNvPr id="5" name="文本框 4"/>
          <p:cNvSpPr txBox="1"/>
          <p:nvPr/>
        </p:nvSpPr>
        <p:spPr>
          <a:xfrm>
            <a:off x="2230755" y="735330"/>
            <a:ext cx="7969885" cy="706755"/>
          </a:xfrm>
          <a:prstGeom prst="rect">
            <a:avLst/>
          </a:prstGeom>
          <a:noFill/>
        </p:spPr>
        <p:txBody>
          <a:bodyPr wrap="square" rtlCol="0">
            <a:spAutoFit/>
          </a:bodyPr>
          <a:p>
            <a:r>
              <a:rPr lang="en-US" altLang="zh-CN" sz="4000" b="1">
                <a:latin typeface="+mj-ea"/>
                <a:ea typeface="+mj-ea"/>
                <a:cs typeface="+mj-ea"/>
              </a:rPr>
              <a:t>for</a:t>
            </a:r>
            <a:r>
              <a:rPr lang="zh-CN" altLang="en-US" sz="4000" b="1">
                <a:latin typeface="+mj-ea"/>
                <a:ea typeface="+mj-ea"/>
                <a:cs typeface="+mj-ea"/>
              </a:rPr>
              <a:t>循环语句</a:t>
            </a:r>
            <a:endParaRPr lang="zh-CN" altLang="en-US" sz="4000" b="1">
              <a:latin typeface="+mj-ea"/>
              <a:ea typeface="+mj-ea"/>
              <a:cs typeface="+mj-ea"/>
            </a:endParaRPr>
          </a:p>
        </p:txBody>
      </p:sp>
      <p:sp>
        <p:nvSpPr>
          <p:cNvPr id="7" name="文本框 6"/>
          <p:cNvSpPr txBox="1"/>
          <p:nvPr/>
        </p:nvSpPr>
        <p:spPr>
          <a:xfrm>
            <a:off x="1906270" y="1442085"/>
            <a:ext cx="7097395" cy="3046095"/>
          </a:xfrm>
          <a:prstGeom prst="rect">
            <a:avLst/>
          </a:prstGeom>
          <a:noFill/>
        </p:spPr>
        <p:txBody>
          <a:bodyPr wrap="square" rtlCol="0">
            <a:spAutoFit/>
          </a:bodyPr>
          <a:p>
            <a:r>
              <a:rPr lang="en-US" altLang="zh-CN" sz="2400">
                <a:latin typeface="+mn-ea"/>
                <a:cs typeface="+mn-ea"/>
              </a:rPr>
              <a:t>for</a:t>
            </a:r>
            <a:r>
              <a:rPr lang="zh-CN" altLang="en-US" sz="2400">
                <a:latin typeface="+mn-ea"/>
                <a:cs typeface="+mn-ea"/>
              </a:rPr>
              <a:t>循环的流程：</a:t>
            </a:r>
            <a:endParaRPr lang="zh-CN" altLang="en-US" sz="2400">
              <a:latin typeface="+mn-ea"/>
              <a:cs typeface="+mn-ea"/>
            </a:endParaRPr>
          </a:p>
          <a:p>
            <a:r>
              <a:rPr lang="en-US" altLang="zh-CN" sz="2400">
                <a:latin typeface="+mn-ea"/>
                <a:cs typeface="+mn-ea"/>
              </a:rPr>
              <a:t>1.</a:t>
            </a:r>
            <a:r>
              <a:rPr lang="zh-CN" altLang="en-US" sz="2400">
                <a:latin typeface="+mn-ea"/>
                <a:cs typeface="+mn-ea"/>
              </a:rPr>
              <a:t>求解表达式</a:t>
            </a:r>
            <a:r>
              <a:rPr lang="en-US" altLang="zh-CN" sz="2400">
                <a:latin typeface="+mn-ea"/>
                <a:cs typeface="+mn-ea"/>
              </a:rPr>
              <a:t>1</a:t>
            </a:r>
            <a:endParaRPr lang="en-US" altLang="zh-CN" sz="2400">
              <a:latin typeface="+mn-ea"/>
              <a:cs typeface="+mn-ea"/>
            </a:endParaRPr>
          </a:p>
          <a:p>
            <a:r>
              <a:rPr lang="en-US" altLang="zh-CN" sz="2400">
                <a:latin typeface="+mn-ea"/>
                <a:cs typeface="+mn-ea"/>
              </a:rPr>
              <a:t>2.</a:t>
            </a:r>
            <a:r>
              <a:rPr lang="zh-CN" altLang="en-US" sz="2400">
                <a:latin typeface="+mn-ea"/>
                <a:cs typeface="+mn-ea"/>
              </a:rPr>
              <a:t>求解表达式</a:t>
            </a:r>
            <a:r>
              <a:rPr lang="en-US" altLang="zh-CN" sz="2400">
                <a:latin typeface="+mn-ea"/>
                <a:cs typeface="+mn-ea"/>
              </a:rPr>
              <a:t>2</a:t>
            </a:r>
            <a:r>
              <a:rPr lang="zh-CN" altLang="en-US" sz="2400">
                <a:latin typeface="+mn-ea"/>
                <a:cs typeface="+mn-ea"/>
              </a:rPr>
              <a:t>，若结果为真，则执行循环体，若为假，则结束循环，执行</a:t>
            </a:r>
            <a:r>
              <a:rPr lang="en-US" altLang="zh-CN" sz="2400">
                <a:latin typeface="+mn-ea"/>
                <a:cs typeface="+mn-ea"/>
              </a:rPr>
              <a:t>for</a:t>
            </a:r>
            <a:r>
              <a:rPr lang="zh-CN" altLang="en-US" sz="2400">
                <a:latin typeface="+mn-ea"/>
                <a:cs typeface="+mn-ea"/>
              </a:rPr>
              <a:t>语句后的下一语句</a:t>
            </a:r>
            <a:endParaRPr lang="zh-CN" altLang="en-US" sz="2400">
              <a:latin typeface="+mn-ea"/>
              <a:cs typeface="+mn-ea"/>
            </a:endParaRPr>
          </a:p>
          <a:p>
            <a:r>
              <a:rPr lang="en-US" altLang="zh-CN" sz="2400">
                <a:latin typeface="+mn-ea"/>
                <a:cs typeface="+mn-ea"/>
              </a:rPr>
              <a:t>3.</a:t>
            </a:r>
            <a:r>
              <a:rPr lang="zh-CN" altLang="en-US" sz="2400">
                <a:latin typeface="+mn-ea"/>
                <a:cs typeface="+mn-ea"/>
              </a:rPr>
              <a:t>求解表达式</a:t>
            </a:r>
            <a:r>
              <a:rPr lang="en-US" altLang="zh-CN" sz="2400">
                <a:latin typeface="+mn-ea"/>
                <a:cs typeface="+mn-ea"/>
              </a:rPr>
              <a:t>3</a:t>
            </a:r>
            <a:endParaRPr lang="en-US" altLang="zh-CN" sz="2400">
              <a:latin typeface="+mn-ea"/>
              <a:cs typeface="+mn-ea"/>
            </a:endParaRPr>
          </a:p>
          <a:p>
            <a:r>
              <a:rPr lang="en-US" altLang="zh-CN" sz="2400">
                <a:latin typeface="+mn-ea"/>
                <a:cs typeface="+mn-ea"/>
              </a:rPr>
              <a:t>4.</a:t>
            </a:r>
            <a:r>
              <a:rPr lang="zh-CN" altLang="en-US" sz="2400">
                <a:latin typeface="+mn-ea"/>
                <a:cs typeface="+mn-ea"/>
              </a:rPr>
              <a:t>转回</a:t>
            </a:r>
            <a:r>
              <a:rPr lang="en-US" altLang="zh-CN" sz="2400">
                <a:latin typeface="+mn-ea"/>
                <a:cs typeface="+mn-ea"/>
              </a:rPr>
              <a:t>2</a:t>
            </a:r>
            <a:r>
              <a:rPr lang="zh-CN" altLang="en-US" sz="2400">
                <a:latin typeface="+mn-ea"/>
                <a:cs typeface="+mn-ea"/>
              </a:rPr>
              <a:t>继续执行，当</a:t>
            </a:r>
            <a:r>
              <a:rPr lang="zh-CN" altLang="en-US" sz="2400">
                <a:latin typeface="+mn-ea"/>
                <a:cs typeface="+mn-ea"/>
                <a:sym typeface="+mn-ea"/>
              </a:rPr>
              <a:t>循环变量的值“超过”循环终</a:t>
            </a:r>
            <a:r>
              <a:rPr lang="zh-CN" altLang="en-US" sz="2400" smtClean="0">
                <a:latin typeface="+mn-ea"/>
                <a:cs typeface="+mn-ea"/>
                <a:sym typeface="+mn-ea"/>
              </a:rPr>
              <a:t>值，循环</a:t>
            </a:r>
            <a:r>
              <a:rPr lang="zh-CN" altLang="en-US" sz="2400">
                <a:latin typeface="+mn-ea"/>
                <a:cs typeface="+mn-ea"/>
                <a:sym typeface="+mn-ea"/>
              </a:rPr>
              <a:t>结束</a:t>
            </a:r>
            <a:r>
              <a:rPr lang="zh-CN" altLang="en-US" sz="2400" smtClean="0">
                <a:latin typeface="+mn-ea"/>
                <a:cs typeface="+mn-ea"/>
                <a:sym typeface="+mn-ea"/>
              </a:rPr>
              <a:t>。</a:t>
            </a:r>
            <a:endParaRPr lang="zh-CN" altLang="en-US" sz="2400">
              <a:latin typeface="+mn-ea"/>
              <a:cs typeface="+mn-ea"/>
            </a:endParaRPr>
          </a:p>
          <a:p>
            <a:r>
              <a:rPr lang="en-US" altLang="zh-CN" sz="2400">
                <a:latin typeface="+mn-ea"/>
                <a:cs typeface="+mn-ea"/>
              </a:rPr>
              <a:t>5.</a:t>
            </a:r>
            <a:r>
              <a:rPr lang="zh-CN" altLang="en-US" sz="2400">
                <a:latin typeface="+mn-ea"/>
                <a:cs typeface="+mn-ea"/>
              </a:rPr>
              <a:t>循环结束</a:t>
            </a:r>
            <a:endParaRPr lang="zh-CN" altLang="en-US" sz="2400">
              <a:latin typeface="+mn-ea"/>
              <a:cs typeface="+mn-ea"/>
            </a:endParaRPr>
          </a:p>
        </p:txBody>
      </p:sp>
      <p:grpSp>
        <p:nvGrpSpPr>
          <p:cNvPr id="11" name="组合 10"/>
          <p:cNvGrpSpPr/>
          <p:nvPr/>
        </p:nvGrpSpPr>
        <p:grpSpPr>
          <a:xfrm>
            <a:off x="8922291" y="755346"/>
            <a:ext cx="2789995" cy="4990811"/>
            <a:chOff x="8900701" y="1242391"/>
            <a:chExt cx="2789995" cy="4990811"/>
          </a:xfrm>
        </p:grpSpPr>
        <p:sp>
          <p:nvSpPr>
            <p:cNvPr id="8" name="矩形 7"/>
            <p:cNvSpPr/>
            <p:nvPr/>
          </p:nvSpPr>
          <p:spPr>
            <a:xfrm>
              <a:off x="9511748" y="1242391"/>
              <a:ext cx="1580322" cy="450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mtClean="0"/>
                <a:t>求解表达式</a:t>
              </a:r>
              <a:r>
                <a:rPr lang="en-US" altLang="zh-CN" smtClean="0"/>
                <a:t>1</a:t>
              </a:r>
              <a:endParaRPr lang="zh-CN" altLang="en-US"/>
            </a:p>
          </p:txBody>
        </p:sp>
        <p:cxnSp>
          <p:nvCxnSpPr>
            <p:cNvPr id="9" name="直接箭头连接符 8"/>
            <p:cNvCxnSpPr>
              <a:stCxn id="8" idx="2"/>
            </p:cNvCxnSpPr>
            <p:nvPr/>
          </p:nvCxnSpPr>
          <p:spPr>
            <a:xfrm>
              <a:off x="10301909" y="1692973"/>
              <a:ext cx="0" cy="424062"/>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10" name="流程图: 决策 9"/>
            <p:cNvSpPr/>
            <p:nvPr/>
          </p:nvSpPr>
          <p:spPr>
            <a:xfrm>
              <a:off x="9245876" y="2117035"/>
              <a:ext cx="2112066" cy="675861"/>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mtClean="0"/>
                <a:t>表达式</a:t>
              </a:r>
              <a:r>
                <a:rPr lang="en-US" altLang="zh-CN" smtClean="0"/>
                <a:t>2</a:t>
              </a:r>
              <a:endParaRPr lang="zh-CN" altLang="en-US"/>
            </a:p>
          </p:txBody>
        </p:sp>
        <p:cxnSp>
          <p:nvCxnSpPr>
            <p:cNvPr id="14" name="直接箭头连接符 13"/>
            <p:cNvCxnSpPr/>
            <p:nvPr/>
          </p:nvCxnSpPr>
          <p:spPr>
            <a:xfrm>
              <a:off x="10296940" y="2792896"/>
              <a:ext cx="0" cy="424062"/>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9511748" y="3216958"/>
              <a:ext cx="1580322" cy="450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mtClean="0"/>
                <a:t>语句</a:t>
              </a:r>
              <a:endParaRPr lang="zh-CN" altLang="en-US"/>
            </a:p>
          </p:txBody>
        </p:sp>
        <p:cxnSp>
          <p:nvCxnSpPr>
            <p:cNvPr id="17" name="直接箭头连接符 16"/>
            <p:cNvCxnSpPr/>
            <p:nvPr/>
          </p:nvCxnSpPr>
          <p:spPr>
            <a:xfrm>
              <a:off x="10296940" y="3667540"/>
              <a:ext cx="0" cy="424062"/>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9506779" y="4118122"/>
              <a:ext cx="1580322" cy="450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mtClean="0"/>
                <a:t>求解表达式</a:t>
              </a:r>
              <a:r>
                <a:rPr lang="en-US" altLang="zh-CN" smtClean="0"/>
                <a:t>3</a:t>
              </a:r>
              <a:endParaRPr lang="zh-CN" altLang="en-US"/>
            </a:p>
          </p:txBody>
        </p:sp>
        <p:sp>
          <p:nvSpPr>
            <p:cNvPr id="21" name="任意多边形 20"/>
            <p:cNvSpPr/>
            <p:nvPr/>
          </p:nvSpPr>
          <p:spPr>
            <a:xfrm flipH="1">
              <a:off x="8900701" y="1858617"/>
              <a:ext cx="1402449" cy="3071191"/>
            </a:xfrm>
            <a:custGeom>
              <a:avLst/>
              <a:gdLst>
                <a:gd name="connsiteX0" fmla="*/ 0 w 1590261"/>
                <a:gd name="connsiteY0" fmla="*/ 1371600 h 1669774"/>
                <a:gd name="connsiteX1" fmla="*/ 0 w 1590261"/>
                <a:gd name="connsiteY1" fmla="*/ 1669774 h 1669774"/>
                <a:gd name="connsiteX2" fmla="*/ 1590261 w 1590261"/>
                <a:gd name="connsiteY2" fmla="*/ 1669774 h 1669774"/>
                <a:gd name="connsiteX3" fmla="*/ 1590261 w 1590261"/>
                <a:gd name="connsiteY3" fmla="*/ 0 h 1669774"/>
                <a:gd name="connsiteX4" fmla="*/ 0 w 1590261"/>
                <a:gd name="connsiteY4" fmla="*/ 0 h 1669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0261" h="1669774">
                  <a:moveTo>
                    <a:pt x="0" y="1371600"/>
                  </a:moveTo>
                  <a:lnTo>
                    <a:pt x="0" y="1669774"/>
                  </a:lnTo>
                  <a:lnTo>
                    <a:pt x="1590261" y="1669774"/>
                  </a:lnTo>
                  <a:lnTo>
                    <a:pt x="1590261" y="0"/>
                  </a:lnTo>
                  <a:lnTo>
                    <a:pt x="0" y="0"/>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2" name="任意多边形 21"/>
            <p:cNvSpPr/>
            <p:nvPr/>
          </p:nvSpPr>
          <p:spPr>
            <a:xfrm flipH="1">
              <a:off x="10290731" y="2458274"/>
              <a:ext cx="1312664" cy="3137456"/>
            </a:xfrm>
            <a:custGeom>
              <a:avLst/>
              <a:gdLst>
                <a:gd name="connsiteX0" fmla="*/ 258418 w 1371600"/>
                <a:gd name="connsiteY0" fmla="*/ 0 h 1868557"/>
                <a:gd name="connsiteX1" fmla="*/ 0 w 1371600"/>
                <a:gd name="connsiteY1" fmla="*/ 0 h 1868557"/>
                <a:gd name="connsiteX2" fmla="*/ 0 w 1371600"/>
                <a:gd name="connsiteY2" fmla="*/ 1580322 h 1868557"/>
                <a:gd name="connsiteX3" fmla="*/ 1371600 w 1371600"/>
                <a:gd name="connsiteY3" fmla="*/ 1580322 h 1868557"/>
                <a:gd name="connsiteX4" fmla="*/ 1371600 w 1371600"/>
                <a:gd name="connsiteY4" fmla="*/ 1868557 h 1868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1600" h="1868557">
                  <a:moveTo>
                    <a:pt x="258418" y="0"/>
                  </a:moveTo>
                  <a:lnTo>
                    <a:pt x="0" y="0"/>
                  </a:lnTo>
                  <a:lnTo>
                    <a:pt x="0" y="1580322"/>
                  </a:lnTo>
                  <a:lnTo>
                    <a:pt x="1371600" y="1580322"/>
                  </a:lnTo>
                  <a:lnTo>
                    <a:pt x="1371600" y="1868557"/>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chemeClr val="tx1"/>
                </a:solidFill>
              </a:endParaRPr>
            </a:p>
          </p:txBody>
        </p:sp>
        <p:sp>
          <p:nvSpPr>
            <p:cNvPr id="23" name="文本框 22"/>
            <p:cNvSpPr txBox="1"/>
            <p:nvPr/>
          </p:nvSpPr>
          <p:spPr>
            <a:xfrm>
              <a:off x="10239190" y="2754507"/>
              <a:ext cx="474843" cy="369332"/>
            </a:xfrm>
            <a:prstGeom prst="rect">
              <a:avLst/>
            </a:prstGeom>
            <a:noFill/>
          </p:spPr>
          <p:txBody>
            <a:bodyPr wrap="square" rtlCol="0">
              <a:spAutoFit/>
            </a:bodyPr>
            <a:p>
              <a:r>
                <a:rPr lang="zh-CN" altLang="en-US"/>
                <a:t>真</a:t>
              </a:r>
              <a:endParaRPr lang="zh-CN" altLang="en-US"/>
            </a:p>
          </p:txBody>
        </p:sp>
        <p:sp>
          <p:nvSpPr>
            <p:cNvPr id="24" name="文本框 23"/>
            <p:cNvSpPr txBox="1"/>
            <p:nvPr/>
          </p:nvSpPr>
          <p:spPr>
            <a:xfrm>
              <a:off x="11233496" y="2117035"/>
              <a:ext cx="457200" cy="369332"/>
            </a:xfrm>
            <a:prstGeom prst="rect">
              <a:avLst/>
            </a:prstGeom>
            <a:noFill/>
          </p:spPr>
          <p:txBody>
            <a:bodyPr wrap="square" rtlCol="0">
              <a:spAutoFit/>
            </a:bodyPr>
            <a:p>
              <a:r>
                <a:rPr lang="zh-CN" altLang="en-US" smtClean="0"/>
                <a:t>假</a:t>
              </a:r>
              <a:endParaRPr lang="zh-CN" altLang="en-US"/>
            </a:p>
          </p:txBody>
        </p:sp>
        <p:sp>
          <p:nvSpPr>
            <p:cNvPr id="25" name="矩形 24"/>
            <p:cNvSpPr/>
            <p:nvPr/>
          </p:nvSpPr>
          <p:spPr>
            <a:xfrm>
              <a:off x="9500570" y="5582470"/>
              <a:ext cx="1580322" cy="6507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mtClean="0"/>
                <a:t>for</a:t>
              </a:r>
              <a:r>
                <a:rPr lang="zh-CN" altLang="en-US" smtClean="0"/>
                <a:t>语句的</a:t>
              </a:r>
              <a:endParaRPr lang="en-US" altLang="zh-CN" smtClean="0"/>
            </a:p>
            <a:p>
              <a:pPr algn="ctr"/>
              <a:r>
                <a:rPr lang="zh-CN" altLang="en-US" smtClean="0"/>
                <a:t>下一语句</a:t>
              </a:r>
              <a:endParaRPr lang="zh-CN" altLang="en-US"/>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078355" y="654050"/>
            <a:ext cx="9058275" cy="398780"/>
          </a:xfrm>
          <a:prstGeom prst="rect">
            <a:avLst/>
          </a:prstGeom>
          <a:noFill/>
        </p:spPr>
        <p:txBody>
          <a:bodyPr wrap="square" rtlCol="0">
            <a:spAutoFit/>
          </a:bodyPr>
          <a:p>
            <a:pPr algn="ctr"/>
            <a:r>
              <a:rPr lang="en-US" altLang="zh-CN" sz="2000">
                <a:solidFill>
                  <a:srgbClr val="C00000"/>
                </a:solidFill>
                <a:latin typeface="+mn-ea"/>
                <a:cs typeface="+mn-ea"/>
              </a:rPr>
              <a:t>###########################</a:t>
            </a:r>
            <a:r>
              <a:rPr lang="zh-CN" altLang="en-US" sz="2000">
                <a:solidFill>
                  <a:srgbClr val="C00000"/>
                </a:solidFill>
                <a:latin typeface="+mn-ea"/>
                <a:cs typeface="+mn-ea"/>
              </a:rPr>
              <a:t>注意</a:t>
            </a:r>
            <a:r>
              <a:rPr lang="en-US" altLang="zh-CN" sz="2000">
                <a:solidFill>
                  <a:srgbClr val="C00000"/>
                </a:solidFill>
                <a:latin typeface="+mn-ea"/>
                <a:cs typeface="+mn-ea"/>
              </a:rPr>
              <a:t>####################################</a:t>
            </a:r>
            <a:endParaRPr lang="en-US" altLang="zh-CN" sz="2000">
              <a:solidFill>
                <a:srgbClr val="C00000"/>
              </a:solidFill>
              <a:latin typeface="+mn-ea"/>
              <a:cs typeface="+mn-ea"/>
            </a:endParaRPr>
          </a:p>
        </p:txBody>
      </p:sp>
      <p:sp>
        <p:nvSpPr>
          <p:cNvPr id="5" name="文本框 4"/>
          <p:cNvSpPr txBox="1"/>
          <p:nvPr/>
        </p:nvSpPr>
        <p:spPr>
          <a:xfrm>
            <a:off x="2329180" y="1052830"/>
            <a:ext cx="8557260" cy="368300"/>
          </a:xfrm>
          <a:prstGeom prst="rect">
            <a:avLst/>
          </a:prstGeom>
          <a:noFill/>
        </p:spPr>
        <p:txBody>
          <a:bodyPr wrap="square" rtlCol="0">
            <a:spAutoFit/>
          </a:bodyPr>
          <a:p>
            <a:endParaRPr lang="zh-CN" altLang="en-US"/>
          </a:p>
        </p:txBody>
      </p:sp>
      <p:sp>
        <p:nvSpPr>
          <p:cNvPr id="7" name="文本框 6"/>
          <p:cNvSpPr txBox="1"/>
          <p:nvPr/>
        </p:nvSpPr>
        <p:spPr>
          <a:xfrm>
            <a:off x="6645910" y="-243205"/>
            <a:ext cx="459740" cy="248285"/>
          </a:xfrm>
          <a:prstGeom prst="rect">
            <a:avLst/>
          </a:prstGeom>
          <a:noFill/>
        </p:spPr>
        <p:txBody>
          <a:bodyPr vert="eaVert" wrap="square" rtlCol="0">
            <a:spAutoFit/>
            <a:scene3d>
              <a:camera prst="orthographicFront"/>
              <a:lightRig rig="threePt" dir="t"/>
            </a:scene3d>
          </a:bodyPr>
          <a:p>
            <a:endParaRPr lang="zh-CN" altLang="en-US">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8" name="文本框 7"/>
          <p:cNvSpPr txBox="1"/>
          <p:nvPr/>
        </p:nvSpPr>
        <p:spPr>
          <a:xfrm>
            <a:off x="2362835" y="1252855"/>
            <a:ext cx="8773795" cy="4523105"/>
          </a:xfrm>
          <a:prstGeom prst="rect">
            <a:avLst/>
          </a:prstGeom>
          <a:noFill/>
        </p:spPr>
        <p:txBody>
          <a:bodyPr wrap="square" rtlCol="0">
            <a:spAutoFit/>
          </a:bodyPr>
          <a:p>
            <a:r>
              <a:rPr lang="en-US" altLang="zh-CN" sz="2400">
                <a:latin typeface="+mn-ea"/>
                <a:cs typeface="+mn-ea"/>
              </a:rPr>
              <a:t>1.</a:t>
            </a:r>
            <a:r>
              <a:rPr lang="zh-CN" altLang="en-US" sz="2400">
                <a:latin typeface="+mn-ea"/>
                <a:cs typeface="+mn-ea"/>
              </a:rPr>
              <a:t>表达式</a:t>
            </a:r>
            <a:r>
              <a:rPr lang="en-US" altLang="zh-CN" sz="2400">
                <a:latin typeface="+mn-ea"/>
                <a:cs typeface="+mn-ea"/>
              </a:rPr>
              <a:t>1</a:t>
            </a:r>
            <a:r>
              <a:rPr lang="zh-CN" altLang="en-US" sz="2400">
                <a:latin typeface="+mn-ea"/>
                <a:cs typeface="+mn-ea"/>
              </a:rPr>
              <a:t>，</a:t>
            </a:r>
            <a:r>
              <a:rPr lang="en-US" altLang="zh-CN" sz="2400">
                <a:latin typeface="+mn-ea"/>
                <a:cs typeface="+mn-ea"/>
              </a:rPr>
              <a:t>2</a:t>
            </a:r>
            <a:r>
              <a:rPr lang="zh-CN" altLang="en-US" sz="2400">
                <a:latin typeface="+mn-ea"/>
                <a:cs typeface="+mn-ea"/>
              </a:rPr>
              <a:t>，</a:t>
            </a:r>
            <a:r>
              <a:rPr lang="en-US" altLang="zh-CN" sz="2400">
                <a:latin typeface="+mn-ea"/>
                <a:cs typeface="+mn-ea"/>
              </a:rPr>
              <a:t>3</a:t>
            </a:r>
            <a:r>
              <a:rPr lang="zh-CN" altLang="en-US" sz="2400">
                <a:latin typeface="+mn-ea"/>
                <a:cs typeface="+mn-ea"/>
              </a:rPr>
              <a:t>都可以省略，但是括号里的分号不可以省略，</a:t>
            </a:r>
            <a:r>
              <a:rPr lang="zh-CN" altLang="en-US" sz="2400" smtClean="0">
                <a:solidFill>
                  <a:schemeClr val="tx1">
                    <a:lumMod val="75000"/>
                    <a:lumOff val="25000"/>
                  </a:schemeClr>
                </a:solidFill>
                <a:latin typeface="+mn-ea"/>
                <a:cs typeface="+mn-ea"/>
                <a:sym typeface="+mn-ea"/>
              </a:rPr>
              <a:t>即</a:t>
            </a:r>
            <a:r>
              <a:rPr lang="zh-CN" altLang="en-US" sz="2400">
                <a:solidFill>
                  <a:schemeClr val="tx1">
                    <a:lumMod val="75000"/>
                    <a:lumOff val="25000"/>
                  </a:schemeClr>
                </a:solidFill>
                <a:latin typeface="+mn-ea"/>
                <a:cs typeface="+mn-ea"/>
                <a:sym typeface="+mn-ea"/>
              </a:rPr>
              <a:t>不设初值，不判断条件</a:t>
            </a:r>
            <a:r>
              <a:rPr lang="en-US" altLang="zh-CN" sz="2400">
                <a:solidFill>
                  <a:schemeClr val="tx1">
                    <a:lumMod val="75000"/>
                    <a:lumOff val="25000"/>
                  </a:schemeClr>
                </a:solidFill>
                <a:latin typeface="+mn-ea"/>
                <a:cs typeface="+mn-ea"/>
                <a:sym typeface="+mn-ea"/>
              </a:rPr>
              <a:t>(</a:t>
            </a:r>
            <a:r>
              <a:rPr lang="zh-CN" altLang="en-US" sz="2400">
                <a:solidFill>
                  <a:schemeClr val="tx1">
                    <a:lumMod val="75000"/>
                    <a:lumOff val="25000"/>
                  </a:schemeClr>
                </a:solidFill>
                <a:latin typeface="+mn-ea"/>
                <a:cs typeface="+mn-ea"/>
                <a:sym typeface="+mn-ea"/>
              </a:rPr>
              <a:t>认为表达式</a:t>
            </a:r>
            <a:r>
              <a:rPr lang="en-US" altLang="zh-CN" sz="2400">
                <a:solidFill>
                  <a:schemeClr val="tx1">
                    <a:lumMod val="75000"/>
                    <a:lumOff val="25000"/>
                  </a:schemeClr>
                </a:solidFill>
                <a:latin typeface="+mn-ea"/>
                <a:cs typeface="+mn-ea"/>
                <a:sym typeface="+mn-ea"/>
              </a:rPr>
              <a:t>2</a:t>
            </a:r>
            <a:r>
              <a:rPr lang="zh-CN" altLang="en-US" sz="2400">
                <a:solidFill>
                  <a:schemeClr val="tx1">
                    <a:lumMod val="75000"/>
                    <a:lumOff val="25000"/>
                  </a:schemeClr>
                </a:solidFill>
                <a:latin typeface="+mn-ea"/>
                <a:cs typeface="+mn-ea"/>
                <a:sym typeface="+mn-ea"/>
              </a:rPr>
              <a:t>为真值</a:t>
            </a:r>
            <a:r>
              <a:rPr lang="en-US" altLang="zh-CN" sz="2400">
                <a:solidFill>
                  <a:schemeClr val="tx1">
                    <a:lumMod val="75000"/>
                    <a:lumOff val="25000"/>
                  </a:schemeClr>
                </a:solidFill>
                <a:latin typeface="+mn-ea"/>
                <a:cs typeface="+mn-ea"/>
                <a:sym typeface="+mn-ea"/>
              </a:rPr>
              <a:t>)</a:t>
            </a:r>
            <a:r>
              <a:rPr lang="zh-CN" altLang="en-US" sz="2400">
                <a:solidFill>
                  <a:schemeClr val="tx1">
                    <a:lumMod val="75000"/>
                    <a:lumOff val="25000"/>
                  </a:schemeClr>
                </a:solidFill>
                <a:latin typeface="+mn-ea"/>
                <a:cs typeface="+mn-ea"/>
                <a:sym typeface="+mn-ea"/>
              </a:rPr>
              <a:t>，循环变量也不增值，无终止地执行循环体语句（</a:t>
            </a:r>
            <a:r>
              <a:rPr lang="zh-CN" altLang="en-US" sz="2400">
                <a:solidFill>
                  <a:srgbClr val="FF0000"/>
                </a:solidFill>
                <a:latin typeface="+mn-ea"/>
                <a:cs typeface="+mn-ea"/>
                <a:sym typeface="+mn-ea"/>
              </a:rPr>
              <a:t>！！！貌似没有什么实际意义</a:t>
            </a:r>
            <a:r>
              <a:rPr lang="zh-CN" altLang="en-US" sz="2400">
                <a:solidFill>
                  <a:schemeClr val="tx1">
                    <a:lumMod val="75000"/>
                    <a:lumOff val="25000"/>
                  </a:schemeClr>
                </a:solidFill>
                <a:latin typeface="+mn-ea"/>
                <a:cs typeface="+mn-ea"/>
                <a:sym typeface="+mn-ea"/>
              </a:rPr>
              <a:t>）。</a:t>
            </a:r>
            <a:endParaRPr lang="zh-CN" altLang="en-US" sz="2400">
              <a:solidFill>
                <a:schemeClr val="tx1">
                  <a:lumMod val="75000"/>
                  <a:lumOff val="25000"/>
                </a:schemeClr>
              </a:solidFill>
              <a:latin typeface="+mn-ea"/>
              <a:cs typeface="+mn-ea"/>
              <a:sym typeface="+mn-ea"/>
            </a:endParaRPr>
          </a:p>
          <a:p>
            <a:r>
              <a:rPr lang="en-US" altLang="zh-CN" sz="2400">
                <a:solidFill>
                  <a:schemeClr val="tx1">
                    <a:lumMod val="75000"/>
                    <a:lumOff val="25000"/>
                  </a:schemeClr>
                </a:solidFill>
                <a:latin typeface="+mn-ea"/>
                <a:cs typeface="+mn-ea"/>
                <a:sym typeface="+mn-ea"/>
              </a:rPr>
              <a:t>2.</a:t>
            </a:r>
            <a:r>
              <a:rPr lang="zh-CN" altLang="en-US" sz="2400" smtClean="0">
                <a:solidFill>
                  <a:schemeClr val="tx1">
                    <a:lumMod val="75000"/>
                    <a:lumOff val="25000"/>
                  </a:schemeClr>
                </a:solidFill>
                <a:latin typeface="+mn-ea"/>
                <a:cs typeface="+mn-ea"/>
                <a:sym typeface="+mn-ea"/>
              </a:rPr>
              <a:t>表达式</a:t>
            </a:r>
            <a:r>
              <a:rPr lang="en-US" altLang="zh-CN" sz="2400">
                <a:solidFill>
                  <a:schemeClr val="tx1">
                    <a:lumMod val="75000"/>
                    <a:lumOff val="25000"/>
                  </a:schemeClr>
                </a:solidFill>
                <a:latin typeface="+mn-ea"/>
                <a:cs typeface="+mn-ea"/>
                <a:sym typeface="+mn-ea"/>
              </a:rPr>
              <a:t>1</a:t>
            </a:r>
            <a:r>
              <a:rPr lang="zh-CN" altLang="en-US" sz="2400">
                <a:solidFill>
                  <a:schemeClr val="tx1">
                    <a:lumMod val="75000"/>
                    <a:lumOff val="25000"/>
                  </a:schemeClr>
                </a:solidFill>
                <a:latin typeface="+mn-ea"/>
                <a:cs typeface="+mn-ea"/>
                <a:sym typeface="+mn-ea"/>
              </a:rPr>
              <a:t>可以是设置循环变量初值的赋值表达式，也可以是与循环变量无关的其他</a:t>
            </a:r>
            <a:r>
              <a:rPr lang="zh-CN" altLang="en-US" sz="2400" smtClean="0">
                <a:solidFill>
                  <a:schemeClr val="tx1">
                    <a:lumMod val="75000"/>
                    <a:lumOff val="25000"/>
                  </a:schemeClr>
                </a:solidFill>
                <a:latin typeface="+mn-ea"/>
                <a:cs typeface="+mn-ea"/>
                <a:sym typeface="+mn-ea"/>
              </a:rPr>
              <a:t>表达式。表达式</a:t>
            </a:r>
            <a:r>
              <a:rPr lang="en-US" altLang="zh-CN" sz="2400" smtClean="0">
                <a:solidFill>
                  <a:schemeClr val="tx1">
                    <a:lumMod val="75000"/>
                    <a:lumOff val="25000"/>
                  </a:schemeClr>
                </a:solidFill>
                <a:latin typeface="+mn-ea"/>
                <a:cs typeface="+mn-ea"/>
                <a:sym typeface="+mn-ea"/>
              </a:rPr>
              <a:t>3</a:t>
            </a:r>
            <a:r>
              <a:rPr lang="zh-CN" altLang="en-US" sz="2400" smtClean="0">
                <a:solidFill>
                  <a:schemeClr val="tx1">
                    <a:lumMod val="75000"/>
                    <a:lumOff val="25000"/>
                  </a:schemeClr>
                </a:solidFill>
                <a:latin typeface="+mn-ea"/>
                <a:cs typeface="+mn-ea"/>
                <a:sym typeface="+mn-ea"/>
              </a:rPr>
              <a:t>也可以是与循环控制无关的任意表达式。</a:t>
            </a:r>
            <a:endParaRPr lang="zh-CN" altLang="en-US" sz="2400" smtClean="0">
              <a:solidFill>
                <a:schemeClr val="tx1">
                  <a:lumMod val="75000"/>
                  <a:lumOff val="25000"/>
                </a:schemeClr>
              </a:solidFill>
              <a:latin typeface="+mn-ea"/>
              <a:cs typeface="+mn-ea"/>
              <a:sym typeface="+mn-ea"/>
            </a:endParaRPr>
          </a:p>
          <a:p>
            <a:r>
              <a:rPr lang="en-US" altLang="zh-CN" sz="2400" smtClean="0">
                <a:solidFill>
                  <a:schemeClr val="tx1">
                    <a:lumMod val="75000"/>
                    <a:lumOff val="25000"/>
                  </a:schemeClr>
                </a:solidFill>
                <a:latin typeface="+mn-ea"/>
                <a:cs typeface="+mn-ea"/>
                <a:sym typeface="+mn-ea"/>
              </a:rPr>
              <a:t>3.</a:t>
            </a:r>
            <a:r>
              <a:rPr lang="zh-CN" altLang="en-US" sz="2400" smtClean="0">
                <a:solidFill>
                  <a:schemeClr val="tx1">
                    <a:lumMod val="75000"/>
                    <a:lumOff val="25000"/>
                  </a:schemeClr>
                </a:solidFill>
                <a:latin typeface="+mn-ea"/>
                <a:cs typeface="+mn-ea"/>
                <a:sym typeface="+mn-ea"/>
              </a:rPr>
              <a:t>表达式</a:t>
            </a:r>
            <a:r>
              <a:rPr lang="en-US" altLang="zh-CN" sz="2400">
                <a:solidFill>
                  <a:schemeClr val="tx1">
                    <a:lumMod val="75000"/>
                    <a:lumOff val="25000"/>
                  </a:schemeClr>
                </a:solidFill>
                <a:latin typeface="+mn-ea"/>
                <a:cs typeface="+mn-ea"/>
                <a:sym typeface="+mn-ea"/>
              </a:rPr>
              <a:t>1</a:t>
            </a:r>
            <a:r>
              <a:rPr lang="zh-CN" altLang="en-US" sz="2400">
                <a:solidFill>
                  <a:schemeClr val="tx1">
                    <a:lumMod val="75000"/>
                    <a:lumOff val="25000"/>
                  </a:schemeClr>
                </a:solidFill>
                <a:latin typeface="+mn-ea"/>
                <a:cs typeface="+mn-ea"/>
                <a:sym typeface="+mn-ea"/>
              </a:rPr>
              <a:t>和表达式</a:t>
            </a:r>
            <a:r>
              <a:rPr lang="en-US" altLang="zh-CN" sz="2400">
                <a:solidFill>
                  <a:schemeClr val="tx1">
                    <a:lumMod val="75000"/>
                    <a:lumOff val="25000"/>
                  </a:schemeClr>
                </a:solidFill>
                <a:latin typeface="+mn-ea"/>
                <a:cs typeface="+mn-ea"/>
                <a:sym typeface="+mn-ea"/>
              </a:rPr>
              <a:t>3</a:t>
            </a:r>
            <a:r>
              <a:rPr lang="zh-CN" altLang="en-US" sz="2400">
                <a:solidFill>
                  <a:schemeClr val="tx1">
                    <a:lumMod val="75000"/>
                    <a:lumOff val="25000"/>
                  </a:schemeClr>
                </a:solidFill>
                <a:latin typeface="+mn-ea"/>
                <a:cs typeface="+mn-ea"/>
                <a:sym typeface="+mn-ea"/>
              </a:rPr>
              <a:t>可以是一个简单的表达式，也可以是逗号表达式，即包含一个以上的简单表达式，中间用逗号间隔。</a:t>
            </a:r>
            <a:endParaRPr lang="zh-CN" altLang="en-US" sz="2400">
              <a:solidFill>
                <a:schemeClr val="tx1">
                  <a:lumMod val="75000"/>
                  <a:lumOff val="25000"/>
                </a:schemeClr>
              </a:solidFill>
              <a:latin typeface="+mn-ea"/>
              <a:cs typeface="+mn-ea"/>
              <a:sym typeface="+mn-ea"/>
            </a:endParaRPr>
          </a:p>
          <a:p>
            <a:r>
              <a:rPr lang="en-US" altLang="zh-CN" sz="2400">
                <a:solidFill>
                  <a:schemeClr val="tx1">
                    <a:lumMod val="75000"/>
                    <a:lumOff val="25000"/>
                  </a:schemeClr>
                </a:solidFill>
                <a:latin typeface="+mn-ea"/>
                <a:cs typeface="+mn-ea"/>
                <a:sym typeface="+mn-ea"/>
              </a:rPr>
              <a:t>4.</a:t>
            </a:r>
            <a:r>
              <a:rPr lang="zh-CN" altLang="en-US" sz="2400" smtClean="0">
                <a:solidFill>
                  <a:schemeClr val="tx1">
                    <a:lumMod val="75000"/>
                    <a:lumOff val="25000"/>
                  </a:schemeClr>
                </a:solidFill>
                <a:latin typeface="+mn-ea"/>
                <a:cs typeface="+mn-ea"/>
                <a:sym typeface="+mn-ea"/>
              </a:rPr>
              <a:t>表达式</a:t>
            </a:r>
            <a:r>
              <a:rPr lang="en-US" altLang="zh-CN" sz="2400">
                <a:solidFill>
                  <a:schemeClr val="tx1">
                    <a:lumMod val="75000"/>
                    <a:lumOff val="25000"/>
                  </a:schemeClr>
                </a:solidFill>
                <a:latin typeface="+mn-ea"/>
                <a:cs typeface="+mn-ea"/>
                <a:sym typeface="+mn-ea"/>
              </a:rPr>
              <a:t>2</a:t>
            </a:r>
            <a:r>
              <a:rPr lang="zh-CN" altLang="en-US" sz="2400">
                <a:solidFill>
                  <a:schemeClr val="tx1">
                    <a:lumMod val="75000"/>
                    <a:lumOff val="25000"/>
                  </a:schemeClr>
                </a:solidFill>
                <a:latin typeface="+mn-ea"/>
                <a:cs typeface="+mn-ea"/>
                <a:sym typeface="+mn-ea"/>
              </a:rPr>
              <a:t>一般是关系</a:t>
            </a:r>
            <a:r>
              <a:rPr lang="zh-CN" altLang="en-US" sz="2400" smtClean="0">
                <a:solidFill>
                  <a:schemeClr val="tx1">
                    <a:lumMod val="75000"/>
                    <a:lumOff val="25000"/>
                  </a:schemeClr>
                </a:solidFill>
                <a:latin typeface="+mn-ea"/>
                <a:cs typeface="+mn-ea"/>
                <a:sym typeface="+mn-ea"/>
              </a:rPr>
              <a:t>表达式或逻辑表达式，</a:t>
            </a:r>
            <a:r>
              <a:rPr lang="zh-CN" altLang="en-US" sz="2400">
                <a:solidFill>
                  <a:schemeClr val="tx1">
                    <a:lumMod val="75000"/>
                    <a:lumOff val="25000"/>
                  </a:schemeClr>
                </a:solidFill>
                <a:latin typeface="+mn-ea"/>
                <a:cs typeface="+mn-ea"/>
                <a:sym typeface="+mn-ea"/>
              </a:rPr>
              <a:t>但也可以是数值表达式或字符表达式，只要其值为非零，就执行循环体</a:t>
            </a:r>
            <a:endParaRPr lang="zh-CN" altLang="en-US" sz="2400">
              <a:solidFill>
                <a:schemeClr val="tx1">
                  <a:lumMod val="75000"/>
                  <a:lumOff val="25000"/>
                </a:schemeClr>
              </a:solidFill>
              <a:latin typeface="+mn-ea"/>
              <a:cs typeface="+mn-ea"/>
              <a:sym typeface="+mn-ea"/>
            </a:endParaRPr>
          </a:p>
          <a:p>
            <a:r>
              <a:rPr lang="en-US" altLang="zh-CN" sz="2400">
                <a:solidFill>
                  <a:schemeClr val="tx1">
                    <a:lumMod val="75000"/>
                    <a:lumOff val="25000"/>
                  </a:schemeClr>
                </a:solidFill>
                <a:latin typeface="+mn-ea"/>
                <a:cs typeface="+mn-ea"/>
                <a:sym typeface="+mn-ea"/>
              </a:rPr>
              <a:t>5.for</a:t>
            </a:r>
            <a:r>
              <a:rPr lang="zh-CN" altLang="en-US" sz="2400">
                <a:solidFill>
                  <a:schemeClr val="tx1">
                    <a:lumMod val="75000"/>
                    <a:lumOff val="25000"/>
                  </a:schemeClr>
                </a:solidFill>
                <a:latin typeface="+mn-ea"/>
                <a:cs typeface="+mn-ea"/>
                <a:sym typeface="+mn-ea"/>
              </a:rPr>
              <a:t>语句的循环体可以是空语句</a:t>
            </a:r>
            <a:endParaRPr lang="zh-CN" altLang="en-US" sz="2400">
              <a:solidFill>
                <a:schemeClr val="tx1">
                  <a:lumMod val="75000"/>
                  <a:lumOff val="25000"/>
                </a:schemeClr>
              </a:solidFill>
              <a:latin typeface="+mn-ea"/>
              <a:cs typeface="+mn-ea"/>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865630" y="725170"/>
            <a:ext cx="9486900" cy="706755"/>
          </a:xfrm>
          <a:prstGeom prst="rect">
            <a:avLst/>
          </a:prstGeom>
          <a:noFill/>
        </p:spPr>
        <p:txBody>
          <a:bodyPr wrap="square" rtlCol="0">
            <a:spAutoFit/>
          </a:bodyPr>
          <a:p>
            <a:r>
              <a:rPr lang="zh-CN" altLang="en-US" sz="4000" b="1"/>
              <a:t>三种循环的比较：</a:t>
            </a:r>
            <a:endParaRPr lang="zh-CN" altLang="en-US" sz="4000" b="1"/>
          </a:p>
        </p:txBody>
      </p:sp>
      <p:sp>
        <p:nvSpPr>
          <p:cNvPr id="5" name="文本框 4"/>
          <p:cNvSpPr txBox="1"/>
          <p:nvPr/>
        </p:nvSpPr>
        <p:spPr>
          <a:xfrm>
            <a:off x="2058670" y="1475740"/>
            <a:ext cx="8502015" cy="3415030"/>
          </a:xfrm>
          <a:prstGeom prst="rect">
            <a:avLst/>
          </a:prstGeom>
          <a:noFill/>
        </p:spPr>
        <p:txBody>
          <a:bodyPr wrap="square" rtlCol="0">
            <a:spAutoFit/>
          </a:bodyPr>
          <a:p>
            <a:r>
              <a:rPr lang="en-US" altLang="zh-CN">
                <a:latin typeface="+mn-ea"/>
                <a:cs typeface="+mn-ea"/>
              </a:rPr>
              <a:t>1.</a:t>
            </a:r>
            <a:r>
              <a:rPr lang="en-US" altLang="zh-CN">
                <a:solidFill>
                  <a:schemeClr val="tx1">
                    <a:lumMod val="65000"/>
                    <a:lumOff val="35000"/>
                  </a:schemeClr>
                </a:solidFill>
                <a:latin typeface="+mn-ea"/>
                <a:cs typeface="+mn-ea"/>
                <a:sym typeface="+mn-ea"/>
              </a:rPr>
              <a:t>3</a:t>
            </a:r>
            <a:r>
              <a:rPr lang="zh-CN" altLang="en-US">
                <a:solidFill>
                  <a:schemeClr val="tx1">
                    <a:lumMod val="65000"/>
                    <a:lumOff val="35000"/>
                  </a:schemeClr>
                </a:solidFill>
                <a:latin typeface="+mn-ea"/>
                <a:cs typeface="+mn-ea"/>
                <a:sym typeface="+mn-ea"/>
              </a:rPr>
              <a:t>种循环都可以用来处理同一问题，一般情况下它们可以互相代替。</a:t>
            </a:r>
            <a:endParaRPr lang="zh-CN" altLang="en-US">
              <a:solidFill>
                <a:schemeClr val="tx1">
                  <a:lumMod val="65000"/>
                  <a:lumOff val="35000"/>
                </a:schemeClr>
              </a:solidFill>
              <a:latin typeface="+mn-ea"/>
              <a:cs typeface="+mn-ea"/>
              <a:sym typeface="+mn-ea"/>
            </a:endParaRPr>
          </a:p>
          <a:p>
            <a:pPr marL="0" indent="0">
              <a:lnSpc>
                <a:spcPct val="150000"/>
              </a:lnSpc>
              <a:buNone/>
            </a:pPr>
            <a:r>
              <a:rPr lang="en-US" altLang="zh-CN">
                <a:solidFill>
                  <a:schemeClr val="tx1">
                    <a:lumMod val="65000"/>
                    <a:lumOff val="35000"/>
                  </a:schemeClr>
                </a:solidFill>
                <a:latin typeface="+mn-ea"/>
                <a:cs typeface="+mn-ea"/>
                <a:sym typeface="+mn-ea"/>
              </a:rPr>
              <a:t>2.</a:t>
            </a:r>
            <a:r>
              <a:rPr lang="en-US" altLang="zh-CN">
                <a:solidFill>
                  <a:schemeClr val="tx1">
                    <a:lumMod val="65000"/>
                    <a:lumOff val="35000"/>
                  </a:schemeClr>
                </a:solidFill>
                <a:latin typeface="+mn-ea"/>
                <a:sym typeface="+mn-ea"/>
              </a:rPr>
              <a:t> </a:t>
            </a:r>
            <a:r>
              <a:rPr lang="zh-CN" altLang="en-US">
                <a:solidFill>
                  <a:schemeClr val="tx1">
                    <a:lumMod val="65000"/>
                    <a:lumOff val="35000"/>
                  </a:schemeClr>
                </a:solidFill>
                <a:latin typeface="+mn-ea"/>
                <a:sym typeface="+mn-ea"/>
              </a:rPr>
              <a:t>在</a:t>
            </a:r>
            <a:r>
              <a:rPr lang="en-US" altLang="zh-CN">
                <a:solidFill>
                  <a:schemeClr val="tx1">
                    <a:lumMod val="65000"/>
                    <a:lumOff val="35000"/>
                  </a:schemeClr>
                </a:solidFill>
                <a:latin typeface="+mn-ea"/>
                <a:sym typeface="+mn-ea"/>
              </a:rPr>
              <a:t>while</a:t>
            </a:r>
            <a:r>
              <a:rPr lang="zh-CN" altLang="en-US">
                <a:solidFill>
                  <a:schemeClr val="tx1">
                    <a:lumMod val="65000"/>
                    <a:lumOff val="35000"/>
                  </a:schemeClr>
                </a:solidFill>
                <a:latin typeface="+mn-ea"/>
                <a:sym typeface="+mn-ea"/>
              </a:rPr>
              <a:t>循环和</a:t>
            </a:r>
            <a:r>
              <a:rPr lang="en-US" altLang="zh-CN">
                <a:solidFill>
                  <a:schemeClr val="tx1">
                    <a:lumMod val="65000"/>
                    <a:lumOff val="35000"/>
                  </a:schemeClr>
                </a:solidFill>
                <a:latin typeface="+mn-ea"/>
                <a:sym typeface="+mn-ea"/>
              </a:rPr>
              <a:t>do…while</a:t>
            </a:r>
            <a:r>
              <a:rPr lang="zh-CN" altLang="en-US">
                <a:solidFill>
                  <a:schemeClr val="tx1">
                    <a:lumMod val="65000"/>
                    <a:lumOff val="35000"/>
                  </a:schemeClr>
                </a:solidFill>
                <a:latin typeface="+mn-ea"/>
                <a:sym typeface="+mn-ea"/>
              </a:rPr>
              <a:t>循环中，只在</a:t>
            </a:r>
            <a:r>
              <a:rPr lang="en-US" altLang="zh-CN">
                <a:solidFill>
                  <a:schemeClr val="tx1">
                    <a:lumMod val="65000"/>
                    <a:lumOff val="35000"/>
                  </a:schemeClr>
                </a:solidFill>
                <a:latin typeface="+mn-ea"/>
                <a:sym typeface="+mn-ea"/>
              </a:rPr>
              <a:t>while</a:t>
            </a:r>
            <a:r>
              <a:rPr lang="zh-CN" altLang="en-US">
                <a:solidFill>
                  <a:schemeClr val="tx1">
                    <a:lumMod val="65000"/>
                    <a:lumOff val="35000"/>
                  </a:schemeClr>
                </a:solidFill>
                <a:latin typeface="+mn-ea"/>
                <a:sym typeface="+mn-ea"/>
              </a:rPr>
              <a:t>后面的括号内指定循环条件，因此为了使循环能正常结束，应在循环体中包含使循环趋于结束的语句</a:t>
            </a:r>
            <a:r>
              <a:rPr lang="en-US" altLang="zh-CN">
                <a:solidFill>
                  <a:schemeClr val="tx1">
                    <a:lumMod val="65000"/>
                    <a:lumOff val="35000"/>
                  </a:schemeClr>
                </a:solidFill>
                <a:latin typeface="+mn-ea"/>
                <a:sym typeface="+mn-ea"/>
              </a:rPr>
              <a:t>(</a:t>
            </a:r>
            <a:r>
              <a:rPr lang="zh-CN" altLang="en-US">
                <a:solidFill>
                  <a:schemeClr val="tx1">
                    <a:lumMod val="65000"/>
                    <a:lumOff val="35000"/>
                  </a:schemeClr>
                </a:solidFill>
                <a:latin typeface="+mn-ea"/>
                <a:sym typeface="+mn-ea"/>
              </a:rPr>
              <a:t>如</a:t>
            </a:r>
            <a:r>
              <a:rPr lang="en-US" altLang="zh-CN">
                <a:solidFill>
                  <a:schemeClr val="tx1">
                    <a:lumMod val="65000"/>
                    <a:lumOff val="35000"/>
                  </a:schemeClr>
                </a:solidFill>
                <a:latin typeface="+mn-ea"/>
                <a:sym typeface="+mn-ea"/>
              </a:rPr>
              <a:t>i++</a:t>
            </a:r>
            <a:r>
              <a:rPr lang="zh-CN" altLang="en-US">
                <a:solidFill>
                  <a:schemeClr val="tx1">
                    <a:lumMod val="65000"/>
                    <a:lumOff val="35000"/>
                  </a:schemeClr>
                </a:solidFill>
                <a:latin typeface="+mn-ea"/>
                <a:sym typeface="+mn-ea"/>
              </a:rPr>
              <a:t>，或</a:t>
            </a:r>
            <a:r>
              <a:rPr lang="en-US" altLang="zh-CN">
                <a:solidFill>
                  <a:schemeClr val="tx1">
                    <a:lumMod val="65000"/>
                    <a:lumOff val="35000"/>
                  </a:schemeClr>
                </a:solidFill>
                <a:latin typeface="+mn-ea"/>
                <a:sym typeface="+mn-ea"/>
              </a:rPr>
              <a:t>i=i+1</a:t>
            </a:r>
            <a:r>
              <a:rPr lang="zh-CN" altLang="en-US">
                <a:solidFill>
                  <a:schemeClr val="tx1">
                    <a:lumMod val="65000"/>
                    <a:lumOff val="35000"/>
                  </a:schemeClr>
                </a:solidFill>
                <a:latin typeface="+mn-ea"/>
                <a:sym typeface="+mn-ea"/>
              </a:rPr>
              <a:t>等</a:t>
            </a:r>
            <a:r>
              <a:rPr lang="en-US" altLang="zh-CN">
                <a:solidFill>
                  <a:schemeClr val="tx1">
                    <a:lumMod val="65000"/>
                    <a:lumOff val="35000"/>
                  </a:schemeClr>
                </a:solidFill>
                <a:latin typeface="+mn-ea"/>
                <a:sym typeface="+mn-ea"/>
              </a:rPr>
              <a:t>)</a:t>
            </a:r>
            <a:r>
              <a:rPr lang="zh-CN" altLang="en-US">
                <a:solidFill>
                  <a:schemeClr val="tx1">
                    <a:lumMod val="65000"/>
                    <a:lumOff val="35000"/>
                  </a:schemeClr>
                </a:solidFill>
                <a:latin typeface="+mn-ea"/>
                <a:sym typeface="+mn-ea"/>
              </a:rPr>
              <a:t>。</a:t>
            </a:r>
            <a:endParaRPr lang="zh-CN" altLang="en-US">
              <a:solidFill>
                <a:schemeClr val="tx1">
                  <a:lumMod val="65000"/>
                  <a:lumOff val="35000"/>
                </a:schemeClr>
              </a:solidFill>
              <a:latin typeface="+mn-ea"/>
              <a:ea typeface="+mn-ea"/>
            </a:endParaRPr>
          </a:p>
          <a:p>
            <a:pPr marL="0" indent="0">
              <a:lnSpc>
                <a:spcPct val="150000"/>
              </a:lnSpc>
              <a:buNone/>
            </a:pPr>
            <a:r>
              <a:rPr lang="en-US" altLang="zh-CN" smtClean="0">
                <a:solidFill>
                  <a:schemeClr val="tx1">
                    <a:lumMod val="65000"/>
                    <a:lumOff val="35000"/>
                  </a:schemeClr>
                </a:solidFill>
                <a:latin typeface="+mn-ea"/>
                <a:sym typeface="+mn-ea"/>
              </a:rPr>
              <a:t>for</a:t>
            </a:r>
            <a:r>
              <a:rPr lang="zh-CN" altLang="en-US">
                <a:solidFill>
                  <a:schemeClr val="tx1">
                    <a:lumMod val="65000"/>
                    <a:lumOff val="35000"/>
                  </a:schemeClr>
                </a:solidFill>
                <a:latin typeface="+mn-ea"/>
                <a:sym typeface="+mn-ea"/>
              </a:rPr>
              <a:t>循环可以在表达式</a:t>
            </a:r>
            <a:r>
              <a:rPr lang="en-US" altLang="zh-CN">
                <a:solidFill>
                  <a:schemeClr val="tx1">
                    <a:lumMod val="65000"/>
                    <a:lumOff val="35000"/>
                  </a:schemeClr>
                </a:solidFill>
                <a:latin typeface="+mn-ea"/>
                <a:sym typeface="+mn-ea"/>
              </a:rPr>
              <a:t>3</a:t>
            </a:r>
            <a:r>
              <a:rPr lang="zh-CN" altLang="en-US">
                <a:solidFill>
                  <a:schemeClr val="tx1">
                    <a:lumMod val="65000"/>
                    <a:lumOff val="35000"/>
                  </a:schemeClr>
                </a:solidFill>
                <a:latin typeface="+mn-ea"/>
                <a:sym typeface="+mn-ea"/>
              </a:rPr>
              <a:t>中包含使循环趋于结束的操作，甚至可以将循环体中的操作全部放到表达式</a:t>
            </a:r>
            <a:r>
              <a:rPr lang="en-US" altLang="zh-CN">
                <a:solidFill>
                  <a:schemeClr val="tx1">
                    <a:lumMod val="65000"/>
                    <a:lumOff val="35000"/>
                  </a:schemeClr>
                </a:solidFill>
                <a:latin typeface="+mn-ea"/>
                <a:sym typeface="+mn-ea"/>
              </a:rPr>
              <a:t>3</a:t>
            </a:r>
            <a:r>
              <a:rPr lang="zh-CN" altLang="en-US">
                <a:solidFill>
                  <a:schemeClr val="tx1">
                    <a:lumMod val="65000"/>
                    <a:lumOff val="35000"/>
                  </a:schemeClr>
                </a:solidFill>
                <a:latin typeface="+mn-ea"/>
                <a:sym typeface="+mn-ea"/>
              </a:rPr>
              <a:t>中。因此</a:t>
            </a:r>
            <a:r>
              <a:rPr lang="en-US" altLang="zh-CN">
                <a:solidFill>
                  <a:schemeClr val="tx1">
                    <a:lumMod val="65000"/>
                    <a:lumOff val="35000"/>
                  </a:schemeClr>
                </a:solidFill>
                <a:latin typeface="+mn-ea"/>
                <a:sym typeface="+mn-ea"/>
              </a:rPr>
              <a:t>for</a:t>
            </a:r>
            <a:r>
              <a:rPr lang="zh-CN" altLang="en-US">
                <a:solidFill>
                  <a:schemeClr val="tx1">
                    <a:lumMod val="65000"/>
                    <a:lumOff val="35000"/>
                  </a:schemeClr>
                </a:solidFill>
                <a:latin typeface="+mn-ea"/>
                <a:sym typeface="+mn-ea"/>
              </a:rPr>
              <a:t>语句的功能更强，凡用</a:t>
            </a:r>
            <a:r>
              <a:rPr lang="en-US" altLang="zh-CN">
                <a:solidFill>
                  <a:schemeClr val="tx1">
                    <a:lumMod val="65000"/>
                    <a:lumOff val="35000"/>
                  </a:schemeClr>
                </a:solidFill>
                <a:latin typeface="+mn-ea"/>
                <a:sym typeface="+mn-ea"/>
              </a:rPr>
              <a:t>while</a:t>
            </a:r>
            <a:r>
              <a:rPr lang="zh-CN" altLang="en-US">
                <a:solidFill>
                  <a:schemeClr val="tx1">
                    <a:lumMod val="65000"/>
                    <a:lumOff val="35000"/>
                  </a:schemeClr>
                </a:solidFill>
                <a:latin typeface="+mn-ea"/>
                <a:sym typeface="+mn-ea"/>
              </a:rPr>
              <a:t>循环能完成的，用</a:t>
            </a:r>
            <a:r>
              <a:rPr lang="en-US" altLang="zh-CN">
                <a:solidFill>
                  <a:schemeClr val="tx1">
                    <a:lumMod val="65000"/>
                    <a:lumOff val="35000"/>
                  </a:schemeClr>
                </a:solidFill>
                <a:latin typeface="+mn-ea"/>
                <a:sym typeface="+mn-ea"/>
              </a:rPr>
              <a:t>for</a:t>
            </a:r>
            <a:r>
              <a:rPr lang="zh-CN" altLang="en-US">
                <a:solidFill>
                  <a:schemeClr val="tx1">
                    <a:lumMod val="65000"/>
                    <a:lumOff val="35000"/>
                  </a:schemeClr>
                </a:solidFill>
                <a:latin typeface="+mn-ea"/>
                <a:sym typeface="+mn-ea"/>
              </a:rPr>
              <a:t>循环都能实现。</a:t>
            </a:r>
            <a:endParaRPr lang="zh-CN" altLang="en-US">
              <a:solidFill>
                <a:schemeClr val="tx1">
                  <a:lumMod val="65000"/>
                  <a:lumOff val="35000"/>
                </a:schemeClr>
              </a:solidFill>
              <a:latin typeface="+mn-ea"/>
              <a:ea typeface="+mn-ea"/>
            </a:endParaRPr>
          </a:p>
          <a:p>
            <a:r>
              <a:rPr lang="en-US" altLang="zh-CN">
                <a:solidFill>
                  <a:schemeClr val="tx1">
                    <a:lumMod val="65000"/>
                    <a:lumOff val="35000"/>
                  </a:schemeClr>
                </a:solidFill>
                <a:latin typeface="+mn-ea"/>
                <a:cs typeface="+mn-ea"/>
                <a:sym typeface="+mn-ea"/>
              </a:rPr>
              <a:t>3.</a:t>
            </a:r>
            <a:r>
              <a:rPr lang="zh-CN" altLang="en-US">
                <a:solidFill>
                  <a:schemeClr val="tx1">
                    <a:lumMod val="65000"/>
                    <a:lumOff val="35000"/>
                  </a:schemeClr>
                </a:solidFill>
                <a:latin typeface="+mn-ea"/>
                <a:sym typeface="+mn-ea"/>
              </a:rPr>
              <a:t>用</a:t>
            </a:r>
            <a:r>
              <a:rPr lang="en-US" altLang="zh-CN">
                <a:solidFill>
                  <a:schemeClr val="tx1">
                    <a:lumMod val="65000"/>
                    <a:lumOff val="35000"/>
                  </a:schemeClr>
                </a:solidFill>
                <a:latin typeface="+mn-ea"/>
                <a:sym typeface="+mn-ea"/>
              </a:rPr>
              <a:t>while</a:t>
            </a:r>
            <a:r>
              <a:rPr lang="zh-CN" altLang="en-US">
                <a:solidFill>
                  <a:schemeClr val="tx1">
                    <a:lumMod val="65000"/>
                    <a:lumOff val="35000"/>
                  </a:schemeClr>
                </a:solidFill>
                <a:latin typeface="+mn-ea"/>
                <a:sym typeface="+mn-ea"/>
              </a:rPr>
              <a:t>和</a:t>
            </a:r>
            <a:r>
              <a:rPr lang="en-US" altLang="zh-CN">
                <a:solidFill>
                  <a:schemeClr val="tx1">
                    <a:lumMod val="65000"/>
                    <a:lumOff val="35000"/>
                  </a:schemeClr>
                </a:solidFill>
                <a:latin typeface="+mn-ea"/>
                <a:sym typeface="+mn-ea"/>
              </a:rPr>
              <a:t>do…while</a:t>
            </a:r>
            <a:r>
              <a:rPr lang="zh-CN" altLang="en-US">
                <a:solidFill>
                  <a:schemeClr val="tx1">
                    <a:lumMod val="65000"/>
                    <a:lumOff val="35000"/>
                  </a:schemeClr>
                </a:solidFill>
                <a:latin typeface="+mn-ea"/>
                <a:sym typeface="+mn-ea"/>
              </a:rPr>
              <a:t>循环时，循环变量初始化的操作应在</a:t>
            </a:r>
            <a:r>
              <a:rPr lang="en-US" altLang="zh-CN">
                <a:solidFill>
                  <a:schemeClr val="tx1">
                    <a:lumMod val="65000"/>
                    <a:lumOff val="35000"/>
                  </a:schemeClr>
                </a:solidFill>
                <a:latin typeface="+mn-ea"/>
                <a:sym typeface="+mn-ea"/>
              </a:rPr>
              <a:t>while</a:t>
            </a:r>
            <a:r>
              <a:rPr lang="zh-CN" altLang="en-US">
                <a:solidFill>
                  <a:schemeClr val="tx1">
                    <a:lumMod val="65000"/>
                    <a:lumOff val="35000"/>
                  </a:schemeClr>
                </a:solidFill>
                <a:latin typeface="+mn-ea"/>
                <a:sym typeface="+mn-ea"/>
              </a:rPr>
              <a:t>和</a:t>
            </a:r>
            <a:r>
              <a:rPr lang="en-US" altLang="zh-CN">
                <a:solidFill>
                  <a:schemeClr val="tx1">
                    <a:lumMod val="65000"/>
                    <a:lumOff val="35000"/>
                  </a:schemeClr>
                </a:solidFill>
                <a:latin typeface="+mn-ea"/>
                <a:sym typeface="+mn-ea"/>
              </a:rPr>
              <a:t>do…while</a:t>
            </a:r>
            <a:r>
              <a:rPr lang="zh-CN" altLang="en-US">
                <a:solidFill>
                  <a:schemeClr val="tx1">
                    <a:lumMod val="65000"/>
                    <a:lumOff val="35000"/>
                  </a:schemeClr>
                </a:solidFill>
                <a:latin typeface="+mn-ea"/>
                <a:sym typeface="+mn-ea"/>
              </a:rPr>
              <a:t>语句之前完成。而</a:t>
            </a:r>
            <a:r>
              <a:rPr lang="en-US" altLang="zh-CN">
                <a:solidFill>
                  <a:schemeClr val="tx1">
                    <a:lumMod val="65000"/>
                    <a:lumOff val="35000"/>
                  </a:schemeClr>
                </a:solidFill>
                <a:latin typeface="+mn-ea"/>
                <a:sym typeface="+mn-ea"/>
              </a:rPr>
              <a:t>for</a:t>
            </a:r>
            <a:r>
              <a:rPr lang="zh-CN" altLang="en-US">
                <a:solidFill>
                  <a:schemeClr val="tx1">
                    <a:lumMod val="65000"/>
                    <a:lumOff val="35000"/>
                  </a:schemeClr>
                </a:solidFill>
                <a:latin typeface="+mn-ea"/>
                <a:sym typeface="+mn-ea"/>
              </a:rPr>
              <a:t>语句可以在表达式</a:t>
            </a:r>
            <a:r>
              <a:rPr lang="en-US" altLang="zh-CN">
                <a:solidFill>
                  <a:schemeClr val="tx1">
                    <a:lumMod val="65000"/>
                    <a:lumOff val="35000"/>
                  </a:schemeClr>
                </a:solidFill>
                <a:latin typeface="+mn-ea"/>
                <a:sym typeface="+mn-ea"/>
              </a:rPr>
              <a:t>1</a:t>
            </a:r>
            <a:r>
              <a:rPr lang="zh-CN" altLang="en-US">
                <a:solidFill>
                  <a:schemeClr val="tx1">
                    <a:lumMod val="65000"/>
                    <a:lumOff val="35000"/>
                  </a:schemeClr>
                </a:solidFill>
                <a:latin typeface="+mn-ea"/>
                <a:sym typeface="+mn-ea"/>
              </a:rPr>
              <a:t>中实现循环变量的初始化。</a:t>
            </a:r>
            <a:endParaRPr lang="en-US" altLang="zh-CN">
              <a:latin typeface="+mn-ea"/>
              <a:cs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21915" y="422910"/>
            <a:ext cx="9080500" cy="521970"/>
          </a:xfrm>
          <a:prstGeom prst="rect">
            <a:avLst/>
          </a:prstGeom>
          <a:noFill/>
        </p:spPr>
        <p:txBody>
          <a:bodyPr wrap="square" rtlCol="0">
            <a:spAutoFit/>
          </a:bodyPr>
          <a:p>
            <a:r>
              <a:rPr lang="zh-CN" altLang="en-US" sz="2800" b="1"/>
              <a:t>循环的嵌套</a:t>
            </a:r>
            <a:endParaRPr lang="zh-CN" altLang="en-US" sz="2800" b="1"/>
          </a:p>
        </p:txBody>
      </p:sp>
      <p:grpSp>
        <p:nvGrpSpPr>
          <p:cNvPr id="7" name="组合 6"/>
          <p:cNvGrpSpPr/>
          <p:nvPr/>
        </p:nvGrpSpPr>
        <p:grpSpPr>
          <a:xfrm>
            <a:off x="2554357" y="1312863"/>
            <a:ext cx="2295939" cy="2364615"/>
            <a:chOff x="2325757" y="1541463"/>
            <a:chExt cx="2295939" cy="2364615"/>
          </a:xfrm>
        </p:grpSpPr>
        <mc:AlternateContent xmlns:mc="http://schemas.openxmlformats.org/markup-compatibility/2006">
          <mc:Choice xmlns:a14="http://schemas.microsoft.com/office/drawing/2010/main" Requires="a14">
            <p:sp>
              <p:nvSpPr>
                <p:cNvPr id="18" name="圆角矩形 17"/>
                <p:cNvSpPr/>
                <p:nvPr/>
              </p:nvSpPr>
              <p:spPr>
                <a:xfrm>
                  <a:off x="2325757" y="1762747"/>
                  <a:ext cx="2295939" cy="2143331"/>
                </a:xfrm>
                <a:prstGeom prst="roundRect">
                  <a:avLst>
                    <a:gd name="adj" fmla="val 1849"/>
                  </a:avLst>
                </a:prstGeom>
              </p:spPr>
              <p:style>
                <a:lnRef idx="2">
                  <a:schemeClr val="accent1"/>
                </a:lnRef>
                <a:fillRef idx="1">
                  <a:schemeClr val="lt1"/>
                </a:fillRef>
                <a:effectRef idx="0">
                  <a:schemeClr val="accent1"/>
                </a:effectRef>
                <a:fontRef idx="minor">
                  <a:schemeClr val="dk1"/>
                </a:fontRef>
              </p:style>
              <p:txBody>
                <a:bodyPr lIns="180000" rtlCol="0" anchor="t"/>
                <a:lstStyle/>
                <a:p>
                  <a:pPr defTabSz="363855">
                    <a:lnSpc>
                      <a:spcPct val="120000"/>
                    </a:lnSpc>
                  </a:pPr>
                  <a:endParaRPr lang="en-US" altLang="zh-CN" sz="1600" smtClean="0"/>
                </a:p>
                <a:p>
                  <a:pPr defTabSz="363855">
                    <a:lnSpc>
                      <a:spcPct val="120000"/>
                    </a:lnSpc>
                  </a:pPr>
                  <a:r>
                    <a:rPr lang="en-US" altLang="zh-CN" sz="1600" smtClean="0"/>
                    <a:t>while()</a:t>
                  </a:r>
                  <a:endParaRPr lang="en-US" altLang="zh-CN" sz="1600" smtClean="0"/>
                </a:p>
                <a:p>
                  <a:pPr defTabSz="363855">
                    <a:lnSpc>
                      <a:spcPct val="120000"/>
                    </a:lnSpc>
                  </a:pPr>
                  <a:r>
                    <a:rPr lang="en-US" altLang="zh-CN" sz="1600" smtClean="0"/>
                    <a:t>{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endParaRPr lang="en-US" altLang="zh-CN" sz="1600"/>
                </a:p>
                <a:p>
                  <a:pPr defTabSz="363855">
                    <a:lnSpc>
                      <a:spcPct val="120000"/>
                    </a:lnSpc>
                  </a:pPr>
                  <a:r>
                    <a:rPr lang="en-US" altLang="zh-CN" sz="1600" smtClean="0"/>
                    <a:t>	while()</a:t>
                  </a:r>
                  <a:endParaRPr lang="zh-CN" altLang="en-US" sz="1600"/>
                </a:p>
                <a:p>
                  <a:pPr defTabSz="363855">
                    <a:lnSpc>
                      <a:spcPct val="120000"/>
                    </a:lnSpc>
                  </a:pPr>
                  <a:r>
                    <a:rPr lang="en-US" altLang="zh-CN" sz="1600" smtClean="0"/>
                    <a:t>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r>
                    <a:rPr lang="en-US" altLang="zh-CN" sz="1600" smtClean="0"/>
                    <a:t>}</a:t>
                  </a:r>
                  <a:endParaRPr lang="en-US" altLang="zh-CN" sz="1600"/>
                </a:p>
                <a:p>
                  <a:pPr defTabSz="363855">
                    <a:lnSpc>
                      <a:spcPct val="120000"/>
                    </a:lnSpc>
                  </a:pPr>
                  <a:r>
                    <a:rPr lang="en-US" altLang="zh-CN" sz="1600" smtClean="0"/>
                    <a:t>}</a:t>
                  </a:r>
                  <a:endParaRPr lang="en-US" altLang="zh-CN" sz="1600" smtClean="0">
                    <a:solidFill>
                      <a:srgbClr val="008000"/>
                    </a:solidFill>
                  </a:endParaRPr>
                </a:p>
              </p:txBody>
            </p:sp>
          </mc:Choice>
          <mc:Fallback>
            <p:sp>
              <p:nvSpPr>
                <p:cNvPr id="18" name="圆角矩形 17"/>
                <p:cNvSpPr>
                  <a:spLocks noRot="1" noChangeAspect="1" noMove="1" noResize="1" noEditPoints="1" noAdjustHandles="1" noChangeArrowheads="1" noChangeShapeType="1" noTextEdit="1"/>
                </p:cNvSpPr>
                <p:nvPr/>
              </p:nvSpPr>
              <p:spPr>
                <a:xfrm>
                  <a:off x="2325757" y="1762747"/>
                  <a:ext cx="2295939" cy="2143331"/>
                </a:xfrm>
                <a:prstGeom prst="roundRect">
                  <a:avLst>
                    <a:gd name="adj" fmla="val 1849"/>
                  </a:avLst>
                </a:prstGeom>
                <a:blipFill rotWithShape="1">
                  <a:blip r:embed="rId1"/>
                </a:blipFill>
              </p:spPr>
              <p:style>
                <a:lnRef idx="2">
                  <a:schemeClr val="accent1"/>
                </a:lnRef>
                <a:fillRef idx="1">
                  <a:schemeClr val="lt1"/>
                </a:fillRef>
                <a:effectRef idx="0">
                  <a:schemeClr val="accent1"/>
                </a:effectRef>
                <a:fontRef idx="minor">
                  <a:schemeClr val="dk1"/>
                </a:fontRef>
              </p:style>
              <p:txBody>
                <a:bodyPr/>
                <a:lstStyle/>
                <a:p>
                  <a:r>
                    <a:rPr lang="zh-CN" altLang="en-US">
                      <a:noFill/>
                    </a:rPr>
                    <a:t> </a:t>
                  </a:r>
                  <a:endParaRPr lang="zh-CN" altLang="en-US">
                    <a:noFill/>
                  </a:endParaRPr>
                </a:p>
              </p:txBody>
            </p:sp>
          </mc:Fallback>
        </mc:AlternateContent>
        <p:sp>
          <p:nvSpPr>
            <p:cNvPr id="59" name="MH_Other_1"/>
            <p:cNvSpPr/>
            <p:nvPr>
              <p:custDataLst>
                <p:tags r:id="rId2"/>
              </p:custDataLst>
            </p:nvPr>
          </p:nvSpPr>
          <p:spPr>
            <a:xfrm>
              <a:off x="3975100" y="1541463"/>
              <a:ext cx="509588" cy="460375"/>
            </a:xfrm>
            <a:custGeom>
              <a:avLst/>
              <a:gdLst>
                <a:gd name="connsiteX0" fmla="*/ 28344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4" y="361109"/>
                  </a:lnTo>
                  <a:cubicBezTo>
                    <a:pt x="12690" y="361109"/>
                    <a:pt x="0" y="348419"/>
                    <a:pt x="0" y="332765"/>
                  </a:cubicBezTo>
                  <a:lnTo>
                    <a:pt x="0" y="28344"/>
                  </a:lnTo>
                  <a:cubicBezTo>
                    <a:pt x="0" y="12690"/>
                    <a:pt x="12690" y="0"/>
                    <a:pt x="283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p>
              <a:pPr algn="ctr">
                <a:defRPr/>
              </a:pPr>
              <a:r>
                <a:rPr lang="en-US" altLang="zh-CN" sz="2000">
                  <a:solidFill>
                    <a:srgbClr val="FFFFFF"/>
                  </a:solidFill>
                </a:rPr>
                <a:t>01</a:t>
              </a:r>
              <a:endParaRPr lang="zh-CN" altLang="en-US" sz="2000">
                <a:solidFill>
                  <a:srgbClr val="FFFFFF"/>
                </a:solidFill>
              </a:endParaRPr>
            </a:p>
          </p:txBody>
        </p:sp>
        <p:sp>
          <p:nvSpPr>
            <p:cNvPr id="5" name="右大括号 4"/>
            <p:cNvSpPr/>
            <p:nvPr/>
          </p:nvSpPr>
          <p:spPr>
            <a:xfrm>
              <a:off x="3558209" y="2773017"/>
              <a:ext cx="45719" cy="516835"/>
            </a:xfrm>
            <a:prstGeom prst="rightBrace">
              <a:avLst/>
            </a:prstGeom>
          </p:spPr>
          <p:style>
            <a:lnRef idx="1">
              <a:schemeClr val="dk1"/>
            </a:lnRef>
            <a:fillRef idx="0">
              <a:schemeClr val="dk1"/>
            </a:fillRef>
            <a:effectRef idx="0">
              <a:schemeClr val="dk1"/>
            </a:effectRef>
            <a:fontRef idx="minor">
              <a:schemeClr val="tx1"/>
            </a:fontRef>
          </p:style>
          <p:txBody>
            <a:bodyPr rtlCol="0" anchor="ctr"/>
            <a:p>
              <a:pPr algn="ctr"/>
              <a:endParaRPr lang="zh-CN" altLang="en-US">
                <a:solidFill>
                  <a:schemeClr val="tx1">
                    <a:lumMod val="65000"/>
                    <a:lumOff val="35000"/>
                  </a:schemeClr>
                </a:solidFill>
              </a:endParaRPr>
            </a:p>
          </p:txBody>
        </p:sp>
        <p:sp>
          <p:nvSpPr>
            <p:cNvPr id="8" name="文本框 7"/>
            <p:cNvSpPr txBox="1"/>
            <p:nvPr/>
          </p:nvSpPr>
          <p:spPr>
            <a:xfrm>
              <a:off x="3603928" y="2773017"/>
              <a:ext cx="552416" cy="523220"/>
            </a:xfrm>
            <a:prstGeom prst="rect">
              <a:avLst/>
            </a:prstGeom>
            <a:noFill/>
          </p:spPr>
          <p:txBody>
            <a:bodyPr wrap="square" rtlCol="0">
              <a:spAutoFit/>
            </a:bodyPr>
            <a:p>
              <a:r>
                <a:rPr lang="zh-CN" altLang="en-US" sz="1400" smtClean="0">
                  <a:solidFill>
                    <a:schemeClr val="tx1">
                      <a:lumMod val="75000"/>
                      <a:lumOff val="25000"/>
                    </a:schemeClr>
                  </a:solidFill>
                </a:rPr>
                <a:t>内层循环</a:t>
              </a:r>
              <a:endParaRPr lang="zh-CN" altLang="en-US" sz="1400">
                <a:solidFill>
                  <a:schemeClr val="tx1">
                    <a:lumMod val="75000"/>
                    <a:lumOff val="25000"/>
                  </a:schemeClr>
                </a:solidFill>
              </a:endParaRPr>
            </a:p>
          </p:txBody>
        </p:sp>
      </p:grpSp>
      <p:grpSp>
        <p:nvGrpSpPr>
          <p:cNvPr id="21" name="组合 20"/>
          <p:cNvGrpSpPr/>
          <p:nvPr/>
        </p:nvGrpSpPr>
        <p:grpSpPr>
          <a:xfrm>
            <a:off x="5402194" y="1312863"/>
            <a:ext cx="2295939" cy="2364615"/>
            <a:chOff x="2325757" y="1541463"/>
            <a:chExt cx="2295939" cy="2364615"/>
          </a:xfrm>
        </p:grpSpPr>
        <mc:AlternateContent xmlns:mc="http://schemas.openxmlformats.org/markup-compatibility/2006">
          <mc:Choice xmlns:a14="http://schemas.microsoft.com/office/drawing/2010/main" Requires="a14">
            <p:sp>
              <p:nvSpPr>
                <p:cNvPr id="22" name="圆角矩形 21"/>
                <p:cNvSpPr/>
                <p:nvPr/>
              </p:nvSpPr>
              <p:spPr>
                <a:xfrm>
                  <a:off x="2325757" y="1762747"/>
                  <a:ext cx="2295939" cy="2143331"/>
                </a:xfrm>
                <a:prstGeom prst="roundRect">
                  <a:avLst>
                    <a:gd name="adj" fmla="val 1849"/>
                  </a:avLst>
                </a:prstGeom>
              </p:spPr>
              <p:style>
                <a:lnRef idx="2">
                  <a:schemeClr val="accent1"/>
                </a:lnRef>
                <a:fillRef idx="1">
                  <a:schemeClr val="lt1"/>
                </a:fillRef>
                <a:effectRef idx="0">
                  <a:schemeClr val="accent1"/>
                </a:effectRef>
                <a:fontRef idx="minor">
                  <a:schemeClr val="dk1"/>
                </a:fontRef>
              </p:style>
              <p:txBody>
                <a:bodyPr lIns="180000" rtlCol="0" anchor="t"/>
                <a:lstStyle/>
                <a:p>
                  <a:pPr defTabSz="363855">
                    <a:lnSpc>
                      <a:spcPct val="120000"/>
                    </a:lnSpc>
                  </a:pPr>
                  <a:r>
                    <a:rPr lang="en-US" altLang="zh-CN" sz="1600" smtClean="0"/>
                    <a:t>do</a:t>
                  </a:r>
                  <a:endParaRPr lang="en-US" altLang="zh-CN" sz="1600" smtClean="0"/>
                </a:p>
                <a:p>
                  <a:pPr defTabSz="363855">
                    <a:lnSpc>
                      <a:spcPct val="120000"/>
                    </a:lnSpc>
                  </a:pPr>
                  <a:r>
                    <a:rPr lang="en-US" altLang="zh-CN" sz="1600" smtClean="0"/>
                    <a:t>{</a:t>
                  </a:r>
                  <a:r>
                    <a:rPr lang="en-US" altLang="zh-CN" sz="1600"/>
                    <a:t>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endParaRPr lang="en-US" altLang="zh-CN" sz="1600"/>
                </a:p>
                <a:p>
                  <a:pPr defTabSz="363855">
                    <a:lnSpc>
                      <a:spcPct val="120000"/>
                    </a:lnSpc>
                  </a:pPr>
                  <a:r>
                    <a:rPr lang="en-US" altLang="zh-CN" sz="1600" smtClean="0"/>
                    <a:t>	do</a:t>
                  </a:r>
                  <a:endParaRPr lang="zh-CN" altLang="en-US" sz="1600"/>
                </a:p>
                <a:p>
                  <a:pPr defTabSz="363855">
                    <a:lnSpc>
                      <a:spcPct val="120000"/>
                    </a:lnSpc>
                  </a:pPr>
                  <a:r>
                    <a:rPr lang="en-US" altLang="zh-CN" sz="1600" smtClean="0"/>
                    <a:t>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r>
                    <a:rPr lang="en-US" altLang="zh-CN" sz="1600" smtClean="0"/>
                    <a:t>}</a:t>
                  </a:r>
                  <a:endParaRPr lang="en-US" altLang="zh-CN" sz="1600" smtClean="0"/>
                </a:p>
                <a:p>
                  <a:pPr defTabSz="363855">
                    <a:lnSpc>
                      <a:spcPct val="120000"/>
                    </a:lnSpc>
                  </a:pPr>
                  <a:r>
                    <a:rPr lang="en-US" altLang="zh-CN" sz="1600"/>
                    <a:t>	</a:t>
                  </a:r>
                  <a:r>
                    <a:rPr lang="en-US" altLang="zh-CN" sz="1600" smtClean="0"/>
                    <a:t>while();</a:t>
                  </a:r>
                  <a:endParaRPr lang="en-US" altLang="zh-CN" sz="1600"/>
                </a:p>
                <a:p>
                  <a:pPr defTabSz="363855">
                    <a:lnSpc>
                      <a:spcPct val="120000"/>
                    </a:lnSpc>
                  </a:pPr>
                  <a:r>
                    <a:rPr lang="en-US" altLang="zh-CN" sz="1600" smtClean="0"/>
                    <a:t>}while();</a:t>
                  </a:r>
                  <a:endParaRPr lang="en-US" altLang="zh-CN" sz="1600" smtClean="0">
                    <a:solidFill>
                      <a:srgbClr val="008000"/>
                    </a:solidFill>
                  </a:endParaRPr>
                </a:p>
              </p:txBody>
            </p:sp>
          </mc:Choice>
          <mc:Fallback>
            <p:sp>
              <p:nvSpPr>
                <p:cNvPr id="22" name="圆角矩形 21"/>
                <p:cNvSpPr>
                  <a:spLocks noRot="1" noChangeAspect="1" noMove="1" noResize="1" noEditPoints="1" noAdjustHandles="1" noChangeArrowheads="1" noChangeShapeType="1" noTextEdit="1"/>
                </p:cNvSpPr>
                <p:nvPr/>
              </p:nvSpPr>
              <p:spPr>
                <a:xfrm>
                  <a:off x="2325757" y="1762747"/>
                  <a:ext cx="2295939" cy="2143331"/>
                </a:xfrm>
                <a:prstGeom prst="roundRect">
                  <a:avLst>
                    <a:gd name="adj" fmla="val 1849"/>
                  </a:avLst>
                </a:prstGeom>
                <a:blipFill rotWithShape="1">
                  <a:blip r:embed="rId3"/>
                </a:blipFill>
              </p:spPr>
              <p:style>
                <a:lnRef idx="2">
                  <a:schemeClr val="accent1"/>
                </a:lnRef>
                <a:fillRef idx="1">
                  <a:schemeClr val="lt1"/>
                </a:fillRef>
                <a:effectRef idx="0">
                  <a:schemeClr val="accent1"/>
                </a:effectRef>
                <a:fontRef idx="minor">
                  <a:schemeClr val="dk1"/>
                </a:fontRef>
              </p:style>
              <p:txBody>
                <a:bodyPr/>
                <a:lstStyle/>
                <a:p>
                  <a:r>
                    <a:rPr lang="zh-CN" altLang="en-US">
                      <a:noFill/>
                    </a:rPr>
                    <a:t> </a:t>
                  </a:r>
                  <a:endParaRPr lang="zh-CN" altLang="en-US">
                    <a:noFill/>
                  </a:endParaRPr>
                </a:p>
              </p:txBody>
            </p:sp>
          </mc:Fallback>
        </mc:AlternateContent>
        <p:sp>
          <p:nvSpPr>
            <p:cNvPr id="24" name="MH_Other_1"/>
            <p:cNvSpPr/>
            <p:nvPr>
              <p:custDataLst>
                <p:tags r:id="rId4"/>
              </p:custDataLst>
            </p:nvPr>
          </p:nvSpPr>
          <p:spPr>
            <a:xfrm>
              <a:off x="3975100" y="1541463"/>
              <a:ext cx="509588" cy="460375"/>
            </a:xfrm>
            <a:custGeom>
              <a:avLst/>
              <a:gdLst>
                <a:gd name="connsiteX0" fmla="*/ 28344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4" y="361109"/>
                  </a:lnTo>
                  <a:cubicBezTo>
                    <a:pt x="12690" y="361109"/>
                    <a:pt x="0" y="348419"/>
                    <a:pt x="0" y="332765"/>
                  </a:cubicBezTo>
                  <a:lnTo>
                    <a:pt x="0" y="28344"/>
                  </a:lnTo>
                  <a:cubicBezTo>
                    <a:pt x="0" y="12690"/>
                    <a:pt x="12690" y="0"/>
                    <a:pt x="283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p>
              <a:pPr algn="ctr">
                <a:defRPr/>
              </a:pPr>
              <a:r>
                <a:rPr lang="en-US" altLang="zh-CN" sz="2000" smtClean="0">
                  <a:solidFill>
                    <a:srgbClr val="FFFFFF"/>
                  </a:solidFill>
                </a:rPr>
                <a:t>02</a:t>
              </a:r>
              <a:endParaRPr lang="zh-CN" altLang="en-US" sz="2000">
                <a:solidFill>
                  <a:srgbClr val="FFFFFF"/>
                </a:solidFill>
              </a:endParaRPr>
            </a:p>
          </p:txBody>
        </p:sp>
        <p:sp>
          <p:nvSpPr>
            <p:cNvPr id="25" name="右大括号 24"/>
            <p:cNvSpPr/>
            <p:nvPr/>
          </p:nvSpPr>
          <p:spPr>
            <a:xfrm>
              <a:off x="3595159" y="2516567"/>
              <a:ext cx="68404" cy="773285"/>
            </a:xfrm>
            <a:prstGeom prst="rightBrace">
              <a:avLst/>
            </a:prstGeom>
          </p:spPr>
          <p:style>
            <a:lnRef idx="1">
              <a:schemeClr val="dk1"/>
            </a:lnRef>
            <a:fillRef idx="0">
              <a:schemeClr val="dk1"/>
            </a:fillRef>
            <a:effectRef idx="0">
              <a:schemeClr val="dk1"/>
            </a:effectRef>
            <a:fontRef idx="minor">
              <a:schemeClr val="tx1"/>
            </a:fontRef>
          </p:style>
          <p:txBody>
            <a:bodyPr rtlCol="0" anchor="ctr"/>
            <a:p>
              <a:pPr algn="ctr"/>
              <a:endParaRPr lang="zh-CN" altLang="en-US">
                <a:solidFill>
                  <a:schemeClr val="tx1">
                    <a:lumMod val="65000"/>
                    <a:lumOff val="35000"/>
                  </a:schemeClr>
                </a:solidFill>
              </a:endParaRPr>
            </a:p>
          </p:txBody>
        </p:sp>
        <p:sp>
          <p:nvSpPr>
            <p:cNvPr id="26" name="文本框 25"/>
            <p:cNvSpPr txBox="1"/>
            <p:nvPr/>
          </p:nvSpPr>
          <p:spPr>
            <a:xfrm>
              <a:off x="3640702" y="2641599"/>
              <a:ext cx="552416" cy="523220"/>
            </a:xfrm>
            <a:prstGeom prst="rect">
              <a:avLst/>
            </a:prstGeom>
            <a:noFill/>
          </p:spPr>
          <p:txBody>
            <a:bodyPr wrap="square" rtlCol="0">
              <a:spAutoFit/>
            </a:bodyPr>
            <a:p>
              <a:r>
                <a:rPr lang="zh-CN" altLang="en-US" sz="1400" smtClean="0">
                  <a:solidFill>
                    <a:schemeClr val="tx1">
                      <a:lumMod val="75000"/>
                      <a:lumOff val="25000"/>
                    </a:schemeClr>
                  </a:solidFill>
                </a:rPr>
                <a:t>内层循环</a:t>
              </a:r>
              <a:endParaRPr lang="zh-CN" altLang="en-US" sz="1400">
                <a:solidFill>
                  <a:schemeClr val="tx1">
                    <a:lumMod val="75000"/>
                    <a:lumOff val="25000"/>
                  </a:schemeClr>
                </a:solidFill>
              </a:endParaRPr>
            </a:p>
          </p:txBody>
        </p:sp>
      </p:grpSp>
      <p:grpSp>
        <p:nvGrpSpPr>
          <p:cNvPr id="27" name="组合 26"/>
          <p:cNvGrpSpPr/>
          <p:nvPr/>
        </p:nvGrpSpPr>
        <p:grpSpPr>
          <a:xfrm>
            <a:off x="8254345" y="1312863"/>
            <a:ext cx="2295939" cy="2364615"/>
            <a:chOff x="2325757" y="1541463"/>
            <a:chExt cx="2295939" cy="2364615"/>
          </a:xfrm>
        </p:grpSpPr>
        <mc:AlternateContent xmlns:mc="http://schemas.openxmlformats.org/markup-compatibility/2006">
          <mc:Choice xmlns:a14="http://schemas.microsoft.com/office/drawing/2010/main" Requires="a14">
            <p:sp>
              <p:nvSpPr>
                <p:cNvPr id="28" name="圆角矩形 27"/>
                <p:cNvSpPr/>
                <p:nvPr/>
              </p:nvSpPr>
              <p:spPr>
                <a:xfrm>
                  <a:off x="2325757" y="1762747"/>
                  <a:ext cx="2295939" cy="2143331"/>
                </a:xfrm>
                <a:prstGeom prst="roundRect">
                  <a:avLst>
                    <a:gd name="adj" fmla="val 1849"/>
                  </a:avLst>
                </a:prstGeom>
              </p:spPr>
              <p:style>
                <a:lnRef idx="2">
                  <a:schemeClr val="accent1"/>
                </a:lnRef>
                <a:fillRef idx="1">
                  <a:schemeClr val="lt1"/>
                </a:fillRef>
                <a:effectRef idx="0">
                  <a:schemeClr val="accent1"/>
                </a:effectRef>
                <a:fontRef idx="minor">
                  <a:schemeClr val="dk1"/>
                </a:fontRef>
              </p:style>
              <p:txBody>
                <a:bodyPr lIns="180000" rtlCol="0" anchor="t"/>
                <a:lstStyle/>
                <a:p>
                  <a:pPr defTabSz="363855">
                    <a:lnSpc>
                      <a:spcPct val="120000"/>
                    </a:lnSpc>
                  </a:pPr>
                  <a:endParaRPr lang="en-US" altLang="zh-CN" sz="1600" smtClean="0"/>
                </a:p>
                <a:p>
                  <a:pPr defTabSz="363855">
                    <a:lnSpc>
                      <a:spcPct val="120000"/>
                    </a:lnSpc>
                  </a:pPr>
                  <a:r>
                    <a:rPr lang="en-US" altLang="zh-CN" sz="1600" smtClean="0"/>
                    <a:t>for( ; ; )</a:t>
                  </a:r>
                  <a:endParaRPr lang="en-US" altLang="zh-CN" sz="1600" smtClean="0"/>
                </a:p>
                <a:p>
                  <a:pPr defTabSz="363855">
                    <a:lnSpc>
                      <a:spcPct val="120000"/>
                    </a:lnSpc>
                  </a:pPr>
                  <a:r>
                    <a:rPr lang="en-US" altLang="zh-CN" sz="1600" smtClean="0"/>
                    <a:t>{</a:t>
                  </a:r>
                  <a:endParaRPr lang="en-US" altLang="zh-CN" sz="1600"/>
                </a:p>
                <a:p>
                  <a:pPr defTabSz="363855">
                    <a:lnSpc>
                      <a:spcPct val="120000"/>
                    </a:lnSpc>
                  </a:pPr>
                  <a:r>
                    <a:rPr lang="en-US" altLang="zh-CN" sz="1600" smtClean="0"/>
                    <a:t>	for( ; ; )</a:t>
                  </a:r>
                  <a:endParaRPr lang="zh-CN" altLang="en-US" sz="1600"/>
                </a:p>
                <a:p>
                  <a:pPr defTabSz="363855">
                    <a:lnSpc>
                      <a:spcPct val="120000"/>
                    </a:lnSpc>
                  </a:pPr>
                  <a:r>
                    <a:rPr lang="en-US" altLang="zh-CN" sz="1600" smtClean="0"/>
                    <a:t>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r>
                    <a:rPr lang="en-US" altLang="zh-CN" sz="1600" smtClean="0"/>
                    <a:t>}</a:t>
                  </a:r>
                  <a:endParaRPr lang="en-US" altLang="zh-CN" sz="1600"/>
                </a:p>
                <a:p>
                  <a:pPr defTabSz="363855">
                    <a:lnSpc>
                      <a:spcPct val="120000"/>
                    </a:lnSpc>
                  </a:pPr>
                  <a:r>
                    <a:rPr lang="en-US" altLang="zh-CN" sz="1600" smtClean="0"/>
                    <a:t>}</a:t>
                  </a:r>
                  <a:endParaRPr lang="en-US" altLang="zh-CN" sz="1600" smtClean="0">
                    <a:solidFill>
                      <a:srgbClr val="008000"/>
                    </a:solidFill>
                  </a:endParaRPr>
                </a:p>
              </p:txBody>
            </p:sp>
          </mc:Choice>
          <mc:Fallback>
            <p:sp>
              <p:nvSpPr>
                <p:cNvPr id="28" name="圆角矩形 27"/>
                <p:cNvSpPr>
                  <a:spLocks noRot="1" noChangeAspect="1" noMove="1" noResize="1" noEditPoints="1" noAdjustHandles="1" noChangeArrowheads="1" noChangeShapeType="1" noTextEdit="1"/>
                </p:cNvSpPr>
                <p:nvPr/>
              </p:nvSpPr>
              <p:spPr>
                <a:xfrm>
                  <a:off x="2325757" y="1762747"/>
                  <a:ext cx="2295939" cy="2143331"/>
                </a:xfrm>
                <a:prstGeom prst="roundRect">
                  <a:avLst>
                    <a:gd name="adj" fmla="val 1849"/>
                  </a:avLst>
                </a:prstGeom>
                <a:blipFill rotWithShape="1">
                  <a:blip r:embed="rId5"/>
                </a:blipFill>
              </p:spPr>
              <p:style>
                <a:lnRef idx="2">
                  <a:schemeClr val="accent1"/>
                </a:lnRef>
                <a:fillRef idx="1">
                  <a:schemeClr val="lt1"/>
                </a:fillRef>
                <a:effectRef idx="0">
                  <a:schemeClr val="accent1"/>
                </a:effectRef>
                <a:fontRef idx="minor">
                  <a:schemeClr val="dk1"/>
                </a:fontRef>
              </p:style>
              <p:txBody>
                <a:bodyPr/>
                <a:lstStyle/>
                <a:p>
                  <a:r>
                    <a:rPr lang="zh-CN" altLang="en-US">
                      <a:noFill/>
                    </a:rPr>
                    <a:t> </a:t>
                  </a:r>
                  <a:endParaRPr lang="zh-CN" altLang="en-US">
                    <a:noFill/>
                  </a:endParaRPr>
                </a:p>
              </p:txBody>
            </p:sp>
          </mc:Fallback>
        </mc:AlternateContent>
        <p:sp>
          <p:nvSpPr>
            <p:cNvPr id="30" name="MH_Other_1"/>
            <p:cNvSpPr/>
            <p:nvPr>
              <p:custDataLst>
                <p:tags r:id="rId6"/>
              </p:custDataLst>
            </p:nvPr>
          </p:nvSpPr>
          <p:spPr>
            <a:xfrm>
              <a:off x="3975100" y="1541463"/>
              <a:ext cx="509588" cy="460375"/>
            </a:xfrm>
            <a:custGeom>
              <a:avLst/>
              <a:gdLst>
                <a:gd name="connsiteX0" fmla="*/ 28344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4" y="361109"/>
                  </a:lnTo>
                  <a:cubicBezTo>
                    <a:pt x="12690" y="361109"/>
                    <a:pt x="0" y="348419"/>
                    <a:pt x="0" y="332765"/>
                  </a:cubicBezTo>
                  <a:lnTo>
                    <a:pt x="0" y="28344"/>
                  </a:lnTo>
                  <a:cubicBezTo>
                    <a:pt x="0" y="12690"/>
                    <a:pt x="12690" y="0"/>
                    <a:pt x="283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p>
              <a:pPr algn="ctr">
                <a:defRPr/>
              </a:pPr>
              <a:r>
                <a:rPr lang="en-US" altLang="zh-CN" sz="2000" smtClean="0">
                  <a:solidFill>
                    <a:srgbClr val="FFFFFF"/>
                  </a:solidFill>
                </a:rPr>
                <a:t>03</a:t>
              </a:r>
              <a:endParaRPr lang="zh-CN" altLang="en-US" sz="2000">
                <a:solidFill>
                  <a:srgbClr val="FFFFFF"/>
                </a:solidFill>
              </a:endParaRPr>
            </a:p>
          </p:txBody>
        </p:sp>
        <p:sp>
          <p:nvSpPr>
            <p:cNvPr id="31" name="右大括号 30"/>
            <p:cNvSpPr/>
            <p:nvPr/>
          </p:nvSpPr>
          <p:spPr>
            <a:xfrm>
              <a:off x="3697355" y="2753139"/>
              <a:ext cx="45719" cy="516835"/>
            </a:xfrm>
            <a:prstGeom prst="rightBrace">
              <a:avLst/>
            </a:prstGeom>
          </p:spPr>
          <p:style>
            <a:lnRef idx="1">
              <a:schemeClr val="dk1"/>
            </a:lnRef>
            <a:fillRef idx="0">
              <a:schemeClr val="dk1"/>
            </a:fillRef>
            <a:effectRef idx="0">
              <a:schemeClr val="dk1"/>
            </a:effectRef>
            <a:fontRef idx="minor">
              <a:schemeClr val="tx1"/>
            </a:fontRef>
          </p:style>
          <p:txBody>
            <a:bodyPr rtlCol="0" anchor="ctr"/>
            <a:p>
              <a:pPr algn="ctr"/>
              <a:endParaRPr lang="zh-CN" altLang="en-US">
                <a:solidFill>
                  <a:schemeClr val="tx1">
                    <a:lumMod val="65000"/>
                    <a:lumOff val="35000"/>
                  </a:schemeClr>
                </a:solidFill>
              </a:endParaRPr>
            </a:p>
          </p:txBody>
        </p:sp>
        <p:sp>
          <p:nvSpPr>
            <p:cNvPr id="32" name="文本框 31"/>
            <p:cNvSpPr txBox="1"/>
            <p:nvPr/>
          </p:nvSpPr>
          <p:spPr>
            <a:xfrm>
              <a:off x="3743074" y="2753139"/>
              <a:ext cx="552416" cy="523220"/>
            </a:xfrm>
            <a:prstGeom prst="rect">
              <a:avLst/>
            </a:prstGeom>
            <a:noFill/>
          </p:spPr>
          <p:txBody>
            <a:bodyPr wrap="square" rtlCol="0">
              <a:spAutoFit/>
            </a:bodyPr>
            <a:p>
              <a:r>
                <a:rPr lang="zh-CN" altLang="en-US" sz="1400" smtClean="0">
                  <a:solidFill>
                    <a:schemeClr val="tx1">
                      <a:lumMod val="75000"/>
                      <a:lumOff val="25000"/>
                    </a:schemeClr>
                  </a:solidFill>
                </a:rPr>
                <a:t>内层循环</a:t>
              </a:r>
              <a:endParaRPr lang="zh-CN" altLang="en-US" sz="1400">
                <a:solidFill>
                  <a:schemeClr val="tx1">
                    <a:lumMod val="75000"/>
                    <a:lumOff val="25000"/>
                  </a:schemeClr>
                </a:solidFill>
              </a:endParaRPr>
            </a:p>
          </p:txBody>
        </p:sp>
      </p:grpSp>
      <p:grpSp>
        <p:nvGrpSpPr>
          <p:cNvPr id="33" name="组合 32"/>
          <p:cNvGrpSpPr/>
          <p:nvPr/>
        </p:nvGrpSpPr>
        <p:grpSpPr>
          <a:xfrm>
            <a:off x="2554357" y="3933928"/>
            <a:ext cx="2295939" cy="2364615"/>
            <a:chOff x="2325757" y="1541463"/>
            <a:chExt cx="2295939" cy="2364615"/>
          </a:xfrm>
        </p:grpSpPr>
        <mc:AlternateContent xmlns:mc="http://schemas.openxmlformats.org/markup-compatibility/2006">
          <mc:Choice xmlns:a14="http://schemas.microsoft.com/office/drawing/2010/main" Requires="a14">
            <p:sp>
              <p:nvSpPr>
                <p:cNvPr id="34" name="圆角矩形 33"/>
                <p:cNvSpPr/>
                <p:nvPr/>
              </p:nvSpPr>
              <p:spPr>
                <a:xfrm>
                  <a:off x="2325757" y="1762747"/>
                  <a:ext cx="2295939" cy="2143331"/>
                </a:xfrm>
                <a:prstGeom prst="roundRect">
                  <a:avLst>
                    <a:gd name="adj" fmla="val 1849"/>
                  </a:avLst>
                </a:prstGeom>
              </p:spPr>
              <p:style>
                <a:lnRef idx="2">
                  <a:schemeClr val="accent1"/>
                </a:lnRef>
                <a:fillRef idx="1">
                  <a:schemeClr val="lt1"/>
                </a:fillRef>
                <a:effectRef idx="0">
                  <a:schemeClr val="accent1"/>
                </a:effectRef>
                <a:fontRef idx="minor">
                  <a:schemeClr val="dk1"/>
                </a:fontRef>
              </p:style>
              <p:txBody>
                <a:bodyPr lIns="180000" rtlCol="0" anchor="t"/>
                <a:lstStyle/>
                <a:p>
                  <a:pPr defTabSz="363855">
                    <a:lnSpc>
                      <a:spcPct val="120000"/>
                    </a:lnSpc>
                  </a:pPr>
                  <a:r>
                    <a:rPr lang="en-US" altLang="zh-CN" sz="1600" smtClean="0"/>
                    <a:t>while()</a:t>
                  </a:r>
                  <a:endParaRPr lang="en-US" altLang="zh-CN" sz="1600" smtClean="0"/>
                </a:p>
                <a:p>
                  <a:pPr defTabSz="363855">
                    <a:lnSpc>
                      <a:spcPct val="120000"/>
                    </a:lnSpc>
                  </a:pPr>
                  <a:r>
                    <a:rPr lang="en-US" altLang="zh-CN" sz="1600" smtClean="0"/>
                    <a:t>{</a:t>
                  </a:r>
                  <a:r>
                    <a:rPr lang="en-US" altLang="zh-CN" sz="1600"/>
                    <a:t>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endParaRPr lang="en-US" altLang="zh-CN" sz="1600"/>
                </a:p>
                <a:p>
                  <a:pPr defTabSz="363855">
                    <a:lnSpc>
                      <a:spcPct val="120000"/>
                    </a:lnSpc>
                  </a:pPr>
                  <a:r>
                    <a:rPr lang="en-US" altLang="zh-CN" sz="1600" smtClean="0"/>
                    <a:t>	do</a:t>
                  </a:r>
                  <a:endParaRPr lang="en-US" altLang="zh-CN" sz="1600" smtClean="0"/>
                </a:p>
                <a:p>
                  <a:pPr defTabSz="363855">
                    <a:lnSpc>
                      <a:spcPct val="120000"/>
                    </a:lnSpc>
                  </a:pPr>
                  <a:r>
                    <a:rPr lang="en-US" altLang="zh-CN" sz="1600"/>
                    <a:t>	</a:t>
                  </a:r>
                  <a:r>
                    <a:rPr lang="en-US" altLang="zh-CN" sz="1600" smtClean="0"/>
                    <a:t>{</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r>
                    <a:rPr lang="en-US" altLang="zh-CN" sz="1600" smtClean="0"/>
                    <a:t>}</a:t>
                  </a:r>
                  <a:endParaRPr lang="en-US" altLang="zh-CN" sz="1600" smtClean="0"/>
                </a:p>
                <a:p>
                  <a:pPr defTabSz="363855">
                    <a:lnSpc>
                      <a:spcPct val="120000"/>
                    </a:lnSpc>
                  </a:pPr>
                  <a:r>
                    <a:rPr lang="en-US" altLang="zh-CN" sz="1600"/>
                    <a:t>	</a:t>
                  </a:r>
                  <a:r>
                    <a:rPr lang="en-US" altLang="zh-CN" sz="1600" smtClean="0"/>
                    <a:t>while();</a:t>
                  </a:r>
                  <a:endParaRPr lang="en-US" altLang="zh-CN" sz="1600"/>
                </a:p>
                <a:p>
                  <a:pPr defTabSz="363855">
                    <a:lnSpc>
                      <a:spcPct val="120000"/>
                    </a:lnSpc>
                  </a:pPr>
                  <a:r>
                    <a:rPr lang="en-US" altLang="zh-CN" sz="1600" smtClean="0"/>
                    <a:t>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endParaRPr lang="en-US" altLang="zh-CN" sz="1600" smtClean="0"/>
                </a:p>
                <a:p>
                  <a:pPr defTabSz="363855">
                    <a:lnSpc>
                      <a:spcPct val="120000"/>
                    </a:lnSpc>
                  </a:pPr>
                  <a:r>
                    <a:rPr lang="en-US" altLang="zh-CN" sz="1600" smtClean="0"/>
                    <a:t>}</a:t>
                  </a:r>
                  <a:endParaRPr lang="en-US" altLang="zh-CN" sz="1600" smtClean="0">
                    <a:solidFill>
                      <a:srgbClr val="008000"/>
                    </a:solidFill>
                  </a:endParaRPr>
                </a:p>
              </p:txBody>
            </p:sp>
          </mc:Choice>
          <mc:Fallback>
            <p:sp>
              <p:nvSpPr>
                <p:cNvPr id="34" name="圆角矩形 33"/>
                <p:cNvSpPr>
                  <a:spLocks noRot="1" noChangeAspect="1" noMove="1" noResize="1" noEditPoints="1" noAdjustHandles="1" noChangeArrowheads="1" noChangeShapeType="1" noTextEdit="1"/>
                </p:cNvSpPr>
                <p:nvPr/>
              </p:nvSpPr>
              <p:spPr>
                <a:xfrm>
                  <a:off x="2325757" y="1762747"/>
                  <a:ext cx="2295939" cy="2143331"/>
                </a:xfrm>
                <a:prstGeom prst="roundRect">
                  <a:avLst>
                    <a:gd name="adj" fmla="val 1849"/>
                  </a:avLst>
                </a:prstGeom>
                <a:blipFill rotWithShape="1">
                  <a:blip r:embed="rId7"/>
                </a:blipFill>
              </p:spPr>
              <p:style>
                <a:lnRef idx="2">
                  <a:schemeClr val="accent1"/>
                </a:lnRef>
                <a:fillRef idx="1">
                  <a:schemeClr val="lt1"/>
                </a:fillRef>
                <a:effectRef idx="0">
                  <a:schemeClr val="accent1"/>
                </a:effectRef>
                <a:fontRef idx="minor">
                  <a:schemeClr val="dk1"/>
                </a:fontRef>
              </p:style>
              <p:txBody>
                <a:bodyPr/>
                <a:lstStyle/>
                <a:p>
                  <a:r>
                    <a:rPr lang="zh-CN" altLang="en-US">
                      <a:noFill/>
                    </a:rPr>
                    <a:t> </a:t>
                  </a:r>
                  <a:endParaRPr lang="zh-CN" altLang="en-US">
                    <a:noFill/>
                  </a:endParaRPr>
                </a:p>
              </p:txBody>
            </p:sp>
          </mc:Fallback>
        </mc:AlternateContent>
        <p:sp>
          <p:nvSpPr>
            <p:cNvPr id="36" name="MH_Other_1"/>
            <p:cNvSpPr/>
            <p:nvPr>
              <p:custDataLst>
                <p:tags r:id="rId8"/>
              </p:custDataLst>
            </p:nvPr>
          </p:nvSpPr>
          <p:spPr>
            <a:xfrm>
              <a:off x="3975100" y="1541463"/>
              <a:ext cx="509588" cy="460375"/>
            </a:xfrm>
            <a:custGeom>
              <a:avLst/>
              <a:gdLst>
                <a:gd name="connsiteX0" fmla="*/ 28344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4" y="361109"/>
                  </a:lnTo>
                  <a:cubicBezTo>
                    <a:pt x="12690" y="361109"/>
                    <a:pt x="0" y="348419"/>
                    <a:pt x="0" y="332765"/>
                  </a:cubicBezTo>
                  <a:lnTo>
                    <a:pt x="0" y="28344"/>
                  </a:lnTo>
                  <a:cubicBezTo>
                    <a:pt x="0" y="12690"/>
                    <a:pt x="12690" y="0"/>
                    <a:pt x="283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p>
              <a:pPr algn="ctr">
                <a:defRPr/>
              </a:pPr>
              <a:r>
                <a:rPr lang="en-US" altLang="zh-CN" sz="2000" smtClean="0">
                  <a:solidFill>
                    <a:srgbClr val="FFFFFF"/>
                  </a:solidFill>
                </a:rPr>
                <a:t>04</a:t>
              </a:r>
              <a:endParaRPr lang="zh-CN" altLang="en-US" sz="2000">
                <a:solidFill>
                  <a:srgbClr val="FFFFFF"/>
                </a:solidFill>
              </a:endParaRPr>
            </a:p>
          </p:txBody>
        </p:sp>
        <p:sp>
          <p:nvSpPr>
            <p:cNvPr id="37" name="右大括号 36"/>
            <p:cNvSpPr/>
            <p:nvPr/>
          </p:nvSpPr>
          <p:spPr>
            <a:xfrm>
              <a:off x="3689018" y="2454035"/>
              <a:ext cx="73936" cy="835817"/>
            </a:xfrm>
            <a:prstGeom prst="rightBrace">
              <a:avLst/>
            </a:prstGeom>
          </p:spPr>
          <p:style>
            <a:lnRef idx="1">
              <a:schemeClr val="dk1"/>
            </a:lnRef>
            <a:fillRef idx="0">
              <a:schemeClr val="dk1"/>
            </a:fillRef>
            <a:effectRef idx="0">
              <a:schemeClr val="dk1"/>
            </a:effectRef>
            <a:fontRef idx="minor">
              <a:schemeClr val="tx1"/>
            </a:fontRef>
          </p:style>
          <p:txBody>
            <a:bodyPr rtlCol="0" anchor="ctr"/>
            <a:p>
              <a:pPr algn="ctr"/>
              <a:endParaRPr lang="zh-CN" altLang="en-US">
                <a:solidFill>
                  <a:schemeClr val="tx1">
                    <a:lumMod val="65000"/>
                    <a:lumOff val="35000"/>
                  </a:schemeClr>
                </a:solidFill>
              </a:endParaRPr>
            </a:p>
          </p:txBody>
        </p:sp>
        <p:sp>
          <p:nvSpPr>
            <p:cNvPr id="38" name="文本框 37"/>
            <p:cNvSpPr txBox="1"/>
            <p:nvPr/>
          </p:nvSpPr>
          <p:spPr>
            <a:xfrm>
              <a:off x="3762953" y="2610333"/>
              <a:ext cx="552416" cy="523220"/>
            </a:xfrm>
            <a:prstGeom prst="rect">
              <a:avLst/>
            </a:prstGeom>
            <a:noFill/>
          </p:spPr>
          <p:txBody>
            <a:bodyPr wrap="square" rtlCol="0">
              <a:spAutoFit/>
            </a:bodyPr>
            <a:p>
              <a:r>
                <a:rPr lang="zh-CN" altLang="en-US" sz="1400" smtClean="0">
                  <a:solidFill>
                    <a:schemeClr val="tx1">
                      <a:lumMod val="75000"/>
                      <a:lumOff val="25000"/>
                    </a:schemeClr>
                  </a:solidFill>
                </a:rPr>
                <a:t>内层循环</a:t>
              </a:r>
              <a:endParaRPr lang="zh-CN" altLang="en-US" sz="1400">
                <a:solidFill>
                  <a:schemeClr val="tx1">
                    <a:lumMod val="75000"/>
                    <a:lumOff val="25000"/>
                  </a:schemeClr>
                </a:solidFill>
              </a:endParaRPr>
            </a:p>
          </p:txBody>
        </p:sp>
      </p:grpSp>
      <p:grpSp>
        <p:nvGrpSpPr>
          <p:cNvPr id="39" name="组合 38"/>
          <p:cNvGrpSpPr/>
          <p:nvPr/>
        </p:nvGrpSpPr>
        <p:grpSpPr>
          <a:xfrm>
            <a:off x="5402194" y="3933928"/>
            <a:ext cx="2295939" cy="2364615"/>
            <a:chOff x="2325757" y="1541463"/>
            <a:chExt cx="2295939" cy="2364615"/>
          </a:xfrm>
        </p:grpSpPr>
        <mc:AlternateContent xmlns:mc="http://schemas.openxmlformats.org/markup-compatibility/2006">
          <mc:Choice xmlns:a14="http://schemas.microsoft.com/office/drawing/2010/main" Requires="a14">
            <p:sp>
              <p:nvSpPr>
                <p:cNvPr id="40" name="圆角矩形 39"/>
                <p:cNvSpPr/>
                <p:nvPr/>
              </p:nvSpPr>
              <p:spPr>
                <a:xfrm>
                  <a:off x="2325757" y="1762747"/>
                  <a:ext cx="2295939" cy="2143331"/>
                </a:xfrm>
                <a:prstGeom prst="roundRect">
                  <a:avLst>
                    <a:gd name="adj" fmla="val 1849"/>
                  </a:avLst>
                </a:prstGeom>
              </p:spPr>
              <p:style>
                <a:lnRef idx="2">
                  <a:schemeClr val="accent1"/>
                </a:lnRef>
                <a:fillRef idx="1">
                  <a:schemeClr val="lt1"/>
                </a:fillRef>
                <a:effectRef idx="0">
                  <a:schemeClr val="accent1"/>
                </a:effectRef>
                <a:fontRef idx="minor">
                  <a:schemeClr val="dk1"/>
                </a:fontRef>
              </p:style>
              <p:txBody>
                <a:bodyPr lIns="180000" rtlCol="0" anchor="t"/>
                <a:lstStyle/>
                <a:p>
                  <a:pPr defTabSz="363855">
                    <a:lnSpc>
                      <a:spcPct val="120000"/>
                    </a:lnSpc>
                  </a:pPr>
                  <a:endParaRPr lang="en-US" altLang="zh-CN" sz="1600" smtClean="0"/>
                </a:p>
                <a:p>
                  <a:pPr defTabSz="363855">
                    <a:lnSpc>
                      <a:spcPct val="120000"/>
                    </a:lnSpc>
                  </a:pPr>
                  <a:r>
                    <a:rPr lang="en-US" altLang="zh-CN" sz="1600" smtClean="0"/>
                    <a:t>for</a:t>
                  </a:r>
                  <a:r>
                    <a:rPr lang="en-US" altLang="zh-CN" sz="1600"/>
                    <a:t>(</a:t>
                  </a:r>
                  <a:r>
                    <a:rPr lang="en-US" altLang="zh-CN" sz="1600" smtClean="0"/>
                    <a:t> ; ; )</a:t>
                  </a:r>
                  <a:endParaRPr lang="en-US" altLang="zh-CN" sz="1600" smtClean="0"/>
                </a:p>
                <a:p>
                  <a:pPr defTabSz="363855">
                    <a:lnSpc>
                      <a:spcPct val="120000"/>
                    </a:lnSpc>
                  </a:pPr>
                  <a:r>
                    <a:rPr lang="en-US" altLang="zh-CN" sz="1600" smtClean="0"/>
                    <a:t>{</a:t>
                  </a:r>
                  <a:r>
                    <a:rPr lang="en-US" altLang="zh-CN" sz="1600"/>
                    <a:t>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endParaRPr lang="en-US" altLang="zh-CN" sz="1600"/>
                </a:p>
                <a:p>
                  <a:pPr defTabSz="363855">
                    <a:lnSpc>
                      <a:spcPct val="120000"/>
                    </a:lnSpc>
                  </a:pPr>
                  <a:r>
                    <a:rPr lang="en-US" altLang="zh-CN" sz="1600" smtClean="0"/>
                    <a:t>	while()</a:t>
                  </a:r>
                  <a:endParaRPr lang="zh-CN" altLang="en-US" sz="1600"/>
                </a:p>
                <a:p>
                  <a:pPr defTabSz="363855">
                    <a:lnSpc>
                      <a:spcPct val="120000"/>
                    </a:lnSpc>
                  </a:pPr>
                  <a:r>
                    <a:rPr lang="en-US" altLang="zh-CN" sz="1600" smtClean="0"/>
                    <a:t>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r>
                    <a:rPr lang="en-US" altLang="zh-CN" sz="1600" smtClean="0"/>
                    <a:t>}</a:t>
                  </a:r>
                  <a:endParaRPr lang="en-US" altLang="zh-CN" sz="1600" smtClean="0"/>
                </a:p>
                <a:p>
                  <a:pPr defTabSz="363855">
                    <a:lnSpc>
                      <a:spcPct val="120000"/>
                    </a:lnSpc>
                  </a:pPr>
                  <a:r>
                    <a:rPr lang="en-US" altLang="zh-CN" sz="1600"/>
                    <a:t>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endParaRPr lang="en-US" altLang="zh-CN" sz="1600"/>
                </a:p>
                <a:p>
                  <a:pPr defTabSz="363855">
                    <a:lnSpc>
                      <a:spcPct val="120000"/>
                    </a:lnSpc>
                  </a:pPr>
                  <a:r>
                    <a:rPr lang="en-US" altLang="zh-CN" sz="1600" smtClean="0"/>
                    <a:t>}</a:t>
                  </a:r>
                  <a:endParaRPr lang="en-US" altLang="zh-CN" sz="1600" smtClean="0">
                    <a:solidFill>
                      <a:srgbClr val="008000"/>
                    </a:solidFill>
                  </a:endParaRPr>
                </a:p>
              </p:txBody>
            </p:sp>
          </mc:Choice>
          <mc:Fallback>
            <p:sp>
              <p:nvSpPr>
                <p:cNvPr id="40" name="圆角矩形 39"/>
                <p:cNvSpPr>
                  <a:spLocks noRot="1" noChangeAspect="1" noMove="1" noResize="1" noEditPoints="1" noAdjustHandles="1" noChangeArrowheads="1" noChangeShapeType="1" noTextEdit="1"/>
                </p:cNvSpPr>
                <p:nvPr/>
              </p:nvSpPr>
              <p:spPr>
                <a:xfrm>
                  <a:off x="2325757" y="1762747"/>
                  <a:ext cx="2295939" cy="2143331"/>
                </a:xfrm>
                <a:prstGeom prst="roundRect">
                  <a:avLst>
                    <a:gd name="adj" fmla="val 1849"/>
                  </a:avLst>
                </a:prstGeom>
                <a:blipFill rotWithShape="1">
                  <a:blip r:embed="rId9"/>
                </a:blipFill>
              </p:spPr>
              <p:style>
                <a:lnRef idx="2">
                  <a:schemeClr val="accent1"/>
                </a:lnRef>
                <a:fillRef idx="1">
                  <a:schemeClr val="lt1"/>
                </a:fillRef>
                <a:effectRef idx="0">
                  <a:schemeClr val="accent1"/>
                </a:effectRef>
                <a:fontRef idx="minor">
                  <a:schemeClr val="dk1"/>
                </a:fontRef>
              </p:style>
              <p:txBody>
                <a:bodyPr/>
                <a:lstStyle/>
                <a:p>
                  <a:r>
                    <a:rPr lang="zh-CN" altLang="en-US">
                      <a:noFill/>
                    </a:rPr>
                    <a:t> </a:t>
                  </a:r>
                  <a:endParaRPr lang="zh-CN" altLang="en-US">
                    <a:noFill/>
                  </a:endParaRPr>
                </a:p>
              </p:txBody>
            </p:sp>
          </mc:Fallback>
        </mc:AlternateContent>
        <p:sp>
          <p:nvSpPr>
            <p:cNvPr id="41" name="MH_Other_1"/>
            <p:cNvSpPr/>
            <p:nvPr>
              <p:custDataLst>
                <p:tags r:id="rId10"/>
              </p:custDataLst>
            </p:nvPr>
          </p:nvSpPr>
          <p:spPr>
            <a:xfrm>
              <a:off x="3975100" y="1541463"/>
              <a:ext cx="509588" cy="460375"/>
            </a:xfrm>
            <a:custGeom>
              <a:avLst/>
              <a:gdLst>
                <a:gd name="connsiteX0" fmla="*/ 28344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4" y="361109"/>
                  </a:lnTo>
                  <a:cubicBezTo>
                    <a:pt x="12690" y="361109"/>
                    <a:pt x="0" y="348419"/>
                    <a:pt x="0" y="332765"/>
                  </a:cubicBezTo>
                  <a:lnTo>
                    <a:pt x="0" y="28344"/>
                  </a:lnTo>
                  <a:cubicBezTo>
                    <a:pt x="0" y="12690"/>
                    <a:pt x="12690" y="0"/>
                    <a:pt x="283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p>
              <a:pPr algn="ctr">
                <a:defRPr/>
              </a:pPr>
              <a:r>
                <a:rPr lang="en-US" altLang="zh-CN" sz="2000" smtClean="0">
                  <a:solidFill>
                    <a:srgbClr val="FFFFFF"/>
                  </a:solidFill>
                </a:rPr>
                <a:t>05</a:t>
              </a:r>
              <a:endParaRPr lang="zh-CN" altLang="en-US" sz="2000">
                <a:solidFill>
                  <a:srgbClr val="FFFFFF"/>
                </a:solidFill>
              </a:endParaRPr>
            </a:p>
          </p:txBody>
        </p:sp>
        <p:sp>
          <p:nvSpPr>
            <p:cNvPr id="42" name="右大括号 41"/>
            <p:cNvSpPr/>
            <p:nvPr/>
          </p:nvSpPr>
          <p:spPr>
            <a:xfrm>
              <a:off x="3627782" y="2773017"/>
              <a:ext cx="45719" cy="516835"/>
            </a:xfrm>
            <a:prstGeom prst="rightBrace">
              <a:avLst/>
            </a:prstGeom>
          </p:spPr>
          <p:style>
            <a:lnRef idx="1">
              <a:schemeClr val="dk1"/>
            </a:lnRef>
            <a:fillRef idx="0">
              <a:schemeClr val="dk1"/>
            </a:fillRef>
            <a:effectRef idx="0">
              <a:schemeClr val="dk1"/>
            </a:effectRef>
            <a:fontRef idx="minor">
              <a:schemeClr val="tx1"/>
            </a:fontRef>
          </p:style>
          <p:txBody>
            <a:bodyPr rtlCol="0" anchor="ctr"/>
            <a:p>
              <a:pPr algn="ctr"/>
              <a:endParaRPr lang="zh-CN" altLang="en-US">
                <a:solidFill>
                  <a:schemeClr val="tx1">
                    <a:lumMod val="65000"/>
                    <a:lumOff val="35000"/>
                  </a:schemeClr>
                </a:solidFill>
              </a:endParaRPr>
            </a:p>
          </p:txBody>
        </p:sp>
        <p:sp>
          <p:nvSpPr>
            <p:cNvPr id="43" name="文本框 42"/>
            <p:cNvSpPr txBox="1"/>
            <p:nvPr/>
          </p:nvSpPr>
          <p:spPr>
            <a:xfrm>
              <a:off x="3673501" y="2773017"/>
              <a:ext cx="552416" cy="523220"/>
            </a:xfrm>
            <a:prstGeom prst="rect">
              <a:avLst/>
            </a:prstGeom>
            <a:noFill/>
          </p:spPr>
          <p:txBody>
            <a:bodyPr wrap="square" rtlCol="0">
              <a:spAutoFit/>
            </a:bodyPr>
            <a:p>
              <a:r>
                <a:rPr lang="zh-CN" altLang="en-US" sz="1400" smtClean="0">
                  <a:solidFill>
                    <a:schemeClr val="tx1">
                      <a:lumMod val="75000"/>
                      <a:lumOff val="25000"/>
                    </a:schemeClr>
                  </a:solidFill>
                </a:rPr>
                <a:t>内层循环</a:t>
              </a:r>
              <a:endParaRPr lang="zh-CN" altLang="en-US" sz="1400">
                <a:solidFill>
                  <a:schemeClr val="tx1">
                    <a:lumMod val="75000"/>
                    <a:lumOff val="25000"/>
                  </a:schemeClr>
                </a:solidFill>
              </a:endParaRPr>
            </a:p>
          </p:txBody>
        </p:sp>
      </p:grpSp>
      <p:grpSp>
        <p:nvGrpSpPr>
          <p:cNvPr id="44" name="组合 43"/>
          <p:cNvGrpSpPr/>
          <p:nvPr/>
        </p:nvGrpSpPr>
        <p:grpSpPr>
          <a:xfrm>
            <a:off x="8254345" y="3933928"/>
            <a:ext cx="2295939" cy="2364615"/>
            <a:chOff x="2325757" y="1541463"/>
            <a:chExt cx="2295939" cy="2364615"/>
          </a:xfrm>
        </p:grpSpPr>
        <mc:AlternateContent xmlns:mc="http://schemas.openxmlformats.org/markup-compatibility/2006">
          <mc:Choice xmlns:a14="http://schemas.microsoft.com/office/drawing/2010/main" Requires="a14">
            <p:sp>
              <p:nvSpPr>
                <p:cNvPr id="45" name="圆角矩形 44"/>
                <p:cNvSpPr/>
                <p:nvPr/>
              </p:nvSpPr>
              <p:spPr>
                <a:xfrm>
                  <a:off x="2325757" y="1762747"/>
                  <a:ext cx="2295939" cy="2143331"/>
                </a:xfrm>
                <a:prstGeom prst="roundRect">
                  <a:avLst>
                    <a:gd name="adj" fmla="val 1849"/>
                  </a:avLst>
                </a:prstGeom>
              </p:spPr>
              <p:style>
                <a:lnRef idx="2">
                  <a:schemeClr val="accent1"/>
                </a:lnRef>
                <a:fillRef idx="1">
                  <a:schemeClr val="lt1"/>
                </a:fillRef>
                <a:effectRef idx="0">
                  <a:schemeClr val="accent1"/>
                </a:effectRef>
                <a:fontRef idx="minor">
                  <a:schemeClr val="dk1"/>
                </a:fontRef>
              </p:style>
              <p:txBody>
                <a:bodyPr lIns="180000" rtlCol="0" anchor="t"/>
                <a:lstStyle/>
                <a:p>
                  <a:pPr defTabSz="363855">
                    <a:lnSpc>
                      <a:spcPct val="120000"/>
                    </a:lnSpc>
                  </a:pPr>
                  <a:endParaRPr lang="en-US" altLang="zh-CN" sz="1600" smtClean="0"/>
                </a:p>
                <a:p>
                  <a:pPr defTabSz="363855">
                    <a:lnSpc>
                      <a:spcPct val="120000"/>
                    </a:lnSpc>
                  </a:pPr>
                  <a:r>
                    <a:rPr lang="en-US" altLang="zh-CN" sz="1600" smtClean="0"/>
                    <a:t>do</a:t>
                  </a:r>
                  <a:endParaRPr lang="en-US" altLang="zh-CN" sz="1600" smtClean="0"/>
                </a:p>
                <a:p>
                  <a:pPr defTabSz="363855">
                    <a:lnSpc>
                      <a:spcPct val="120000"/>
                    </a:lnSpc>
                  </a:pPr>
                  <a:r>
                    <a:rPr lang="en-US" altLang="zh-CN" sz="1600" smtClean="0"/>
                    <a:t>{</a:t>
                  </a:r>
                  <a:r>
                    <a:rPr lang="en-US" altLang="zh-CN" sz="1600"/>
                    <a:t>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endParaRPr lang="en-US" altLang="zh-CN" sz="1600"/>
                </a:p>
                <a:p>
                  <a:pPr defTabSz="363855">
                    <a:lnSpc>
                      <a:spcPct val="120000"/>
                    </a:lnSpc>
                  </a:pPr>
                  <a:r>
                    <a:rPr lang="en-US" altLang="zh-CN" sz="1600" smtClean="0"/>
                    <a:t>	for( ; ; )</a:t>
                  </a:r>
                  <a:endParaRPr lang="zh-CN" altLang="en-US" sz="1600"/>
                </a:p>
                <a:p>
                  <a:pPr defTabSz="363855">
                    <a:lnSpc>
                      <a:spcPct val="120000"/>
                    </a:lnSpc>
                  </a:pPr>
                  <a:r>
                    <a:rPr lang="en-US" altLang="zh-CN" sz="1600" smtClean="0"/>
                    <a:t>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r>
                    <a:rPr lang="en-US" altLang="zh-CN" sz="1600" smtClean="0"/>
                    <a:t>}</a:t>
                  </a:r>
                  <a:endParaRPr lang="en-US" altLang="zh-CN" sz="1600"/>
                </a:p>
                <a:p>
                  <a:pPr defTabSz="363855">
                    <a:lnSpc>
                      <a:spcPct val="120000"/>
                    </a:lnSpc>
                  </a:pPr>
                  <a:r>
                    <a:rPr lang="en-US" altLang="zh-CN" sz="1600" smtClean="0"/>
                    <a:t>}while();</a:t>
                  </a:r>
                  <a:endParaRPr lang="en-US" altLang="zh-CN" sz="1600" smtClean="0">
                    <a:solidFill>
                      <a:srgbClr val="008000"/>
                    </a:solidFill>
                  </a:endParaRPr>
                </a:p>
              </p:txBody>
            </p:sp>
          </mc:Choice>
          <mc:Fallback>
            <p:sp>
              <p:nvSpPr>
                <p:cNvPr id="45" name="圆角矩形 44"/>
                <p:cNvSpPr>
                  <a:spLocks noRot="1" noChangeAspect="1" noMove="1" noResize="1" noEditPoints="1" noAdjustHandles="1" noChangeArrowheads="1" noChangeShapeType="1" noTextEdit="1"/>
                </p:cNvSpPr>
                <p:nvPr/>
              </p:nvSpPr>
              <p:spPr>
                <a:xfrm>
                  <a:off x="2325757" y="1762747"/>
                  <a:ext cx="2295939" cy="2143331"/>
                </a:xfrm>
                <a:prstGeom prst="roundRect">
                  <a:avLst>
                    <a:gd name="adj" fmla="val 1849"/>
                  </a:avLst>
                </a:prstGeom>
                <a:blipFill rotWithShape="1">
                  <a:blip r:embed="rId11"/>
                </a:blipFill>
              </p:spPr>
              <p:style>
                <a:lnRef idx="2">
                  <a:schemeClr val="accent1"/>
                </a:lnRef>
                <a:fillRef idx="1">
                  <a:schemeClr val="lt1"/>
                </a:fillRef>
                <a:effectRef idx="0">
                  <a:schemeClr val="accent1"/>
                </a:effectRef>
                <a:fontRef idx="minor">
                  <a:schemeClr val="dk1"/>
                </a:fontRef>
              </p:style>
              <p:txBody>
                <a:bodyPr/>
                <a:lstStyle/>
                <a:p>
                  <a:r>
                    <a:rPr lang="zh-CN" altLang="en-US">
                      <a:noFill/>
                    </a:rPr>
                    <a:t> </a:t>
                  </a:r>
                  <a:endParaRPr lang="zh-CN" altLang="en-US">
                    <a:noFill/>
                  </a:endParaRPr>
                </a:p>
              </p:txBody>
            </p:sp>
          </mc:Fallback>
        </mc:AlternateContent>
        <p:sp>
          <p:nvSpPr>
            <p:cNvPr id="46" name="MH_Other_1"/>
            <p:cNvSpPr/>
            <p:nvPr>
              <p:custDataLst>
                <p:tags r:id="rId12"/>
              </p:custDataLst>
            </p:nvPr>
          </p:nvSpPr>
          <p:spPr>
            <a:xfrm>
              <a:off x="3975100" y="1541463"/>
              <a:ext cx="509588" cy="460375"/>
            </a:xfrm>
            <a:custGeom>
              <a:avLst/>
              <a:gdLst>
                <a:gd name="connsiteX0" fmla="*/ 28344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4" y="361109"/>
                  </a:lnTo>
                  <a:cubicBezTo>
                    <a:pt x="12690" y="361109"/>
                    <a:pt x="0" y="348419"/>
                    <a:pt x="0" y="332765"/>
                  </a:cubicBezTo>
                  <a:lnTo>
                    <a:pt x="0" y="28344"/>
                  </a:lnTo>
                  <a:cubicBezTo>
                    <a:pt x="0" y="12690"/>
                    <a:pt x="12690" y="0"/>
                    <a:pt x="283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p>
              <a:pPr algn="ctr">
                <a:defRPr/>
              </a:pPr>
              <a:r>
                <a:rPr lang="en-US" altLang="zh-CN" sz="2000" smtClean="0">
                  <a:solidFill>
                    <a:srgbClr val="FFFFFF"/>
                  </a:solidFill>
                </a:rPr>
                <a:t>06</a:t>
              </a:r>
              <a:endParaRPr lang="zh-CN" altLang="en-US" sz="2000">
                <a:solidFill>
                  <a:srgbClr val="FFFFFF"/>
                </a:solidFill>
              </a:endParaRPr>
            </a:p>
          </p:txBody>
        </p:sp>
        <p:sp>
          <p:nvSpPr>
            <p:cNvPr id="47" name="右大括号 46"/>
            <p:cNvSpPr/>
            <p:nvPr/>
          </p:nvSpPr>
          <p:spPr>
            <a:xfrm>
              <a:off x="3558209" y="2773017"/>
              <a:ext cx="45719" cy="516835"/>
            </a:xfrm>
            <a:prstGeom prst="rightBrace">
              <a:avLst/>
            </a:prstGeom>
          </p:spPr>
          <p:style>
            <a:lnRef idx="1">
              <a:schemeClr val="dk1"/>
            </a:lnRef>
            <a:fillRef idx="0">
              <a:schemeClr val="dk1"/>
            </a:fillRef>
            <a:effectRef idx="0">
              <a:schemeClr val="dk1"/>
            </a:effectRef>
            <a:fontRef idx="minor">
              <a:schemeClr val="tx1"/>
            </a:fontRef>
          </p:style>
          <p:txBody>
            <a:bodyPr rtlCol="0" anchor="ctr"/>
            <a:p>
              <a:pPr algn="ctr"/>
              <a:endParaRPr lang="zh-CN" altLang="en-US">
                <a:solidFill>
                  <a:schemeClr val="tx1">
                    <a:lumMod val="65000"/>
                    <a:lumOff val="35000"/>
                  </a:schemeClr>
                </a:solidFill>
              </a:endParaRPr>
            </a:p>
          </p:txBody>
        </p:sp>
        <p:sp>
          <p:nvSpPr>
            <p:cNvPr id="48" name="文本框 47"/>
            <p:cNvSpPr txBox="1"/>
            <p:nvPr/>
          </p:nvSpPr>
          <p:spPr>
            <a:xfrm>
              <a:off x="3603928" y="2773017"/>
              <a:ext cx="552416" cy="523220"/>
            </a:xfrm>
            <a:prstGeom prst="rect">
              <a:avLst/>
            </a:prstGeom>
            <a:noFill/>
          </p:spPr>
          <p:txBody>
            <a:bodyPr wrap="square" rtlCol="0">
              <a:spAutoFit/>
            </a:bodyPr>
            <a:p>
              <a:r>
                <a:rPr lang="zh-CN" altLang="en-US" sz="1400" smtClean="0">
                  <a:solidFill>
                    <a:schemeClr val="tx1">
                      <a:lumMod val="75000"/>
                      <a:lumOff val="25000"/>
                    </a:schemeClr>
                  </a:solidFill>
                </a:rPr>
                <a:t>内层循环</a:t>
              </a:r>
              <a:endParaRPr lang="zh-CN" altLang="en-US" sz="1400">
                <a:solidFill>
                  <a:schemeClr val="tx1">
                    <a:lumMod val="75000"/>
                    <a:lumOff val="25000"/>
                  </a:schemeClr>
                </a:solidFill>
              </a:endParaRPr>
            </a:p>
          </p:txBody>
        </p:sp>
      </p:grpSp>
      <p:sp>
        <p:nvSpPr>
          <p:cNvPr id="66" name="文本框 65"/>
          <p:cNvSpPr txBox="1"/>
          <p:nvPr/>
        </p:nvSpPr>
        <p:spPr>
          <a:xfrm>
            <a:off x="2561590" y="944880"/>
            <a:ext cx="7068820" cy="368300"/>
          </a:xfrm>
          <a:prstGeom prst="rect">
            <a:avLst/>
          </a:prstGeom>
          <a:noFill/>
        </p:spPr>
        <p:txBody>
          <a:bodyPr wrap="square" rtlCol="0">
            <a:spAutoFit/>
          </a:bodyPr>
          <a:p>
            <a:r>
              <a:rPr lang="zh-CN" altLang="en-US"/>
              <a:t>可以理解成：外层执行</a:t>
            </a:r>
            <a:r>
              <a:rPr lang="en-US" altLang="zh-CN"/>
              <a:t>1</a:t>
            </a:r>
            <a:r>
              <a:rPr lang="zh-CN" altLang="en-US"/>
              <a:t>次，内层执行</a:t>
            </a:r>
            <a:r>
              <a:rPr lang="en-US" altLang="zh-CN"/>
              <a:t>1</a:t>
            </a:r>
            <a:r>
              <a:rPr lang="zh-CN" altLang="en-US"/>
              <a:t>轮</a:t>
            </a: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473960" y="643890"/>
            <a:ext cx="9080500" cy="521970"/>
          </a:xfrm>
          <a:prstGeom prst="rect">
            <a:avLst/>
          </a:prstGeom>
          <a:noFill/>
        </p:spPr>
        <p:txBody>
          <a:bodyPr wrap="square" rtlCol="0">
            <a:spAutoFit/>
          </a:bodyPr>
          <a:p>
            <a:r>
              <a:rPr lang="zh-CN" altLang="en-US" sz="2800" b="1"/>
              <a:t>循环的嵌套</a:t>
            </a:r>
            <a:endParaRPr lang="zh-CN" altLang="en-US" sz="2800" b="1"/>
          </a:p>
        </p:txBody>
      </p:sp>
      <p:sp>
        <p:nvSpPr>
          <p:cNvPr id="9" name="文本框 8"/>
          <p:cNvSpPr txBox="1"/>
          <p:nvPr/>
        </p:nvSpPr>
        <p:spPr>
          <a:xfrm>
            <a:off x="2362835" y="1363980"/>
            <a:ext cx="7045960" cy="368300"/>
          </a:xfrm>
          <a:prstGeom prst="rect">
            <a:avLst/>
          </a:prstGeom>
          <a:noFill/>
        </p:spPr>
        <p:txBody>
          <a:bodyPr wrap="square" rtlCol="0">
            <a:spAutoFit/>
          </a:bodyPr>
          <a:p>
            <a:r>
              <a:rPr lang="zh-CN" altLang="en-US"/>
              <a:t>例</a:t>
            </a:r>
            <a:r>
              <a:rPr lang="en-US" altLang="zh-CN"/>
              <a:t>4</a:t>
            </a:r>
            <a:r>
              <a:rPr lang="zh-CN" altLang="en-US"/>
              <a:t>：打印</a:t>
            </a:r>
            <a:r>
              <a:rPr lang="en-US" altLang="zh-CN"/>
              <a:t>9*9</a:t>
            </a:r>
            <a:r>
              <a:rPr lang="zh-CN" altLang="en-US"/>
              <a:t>乘法表</a:t>
            </a:r>
            <a:endParaRPr lang="zh-CN" altLang="en-US"/>
          </a:p>
        </p:txBody>
      </p:sp>
      <p:sp>
        <p:nvSpPr>
          <p:cNvPr id="12" name="文本框 11"/>
          <p:cNvSpPr txBox="1"/>
          <p:nvPr/>
        </p:nvSpPr>
        <p:spPr>
          <a:xfrm>
            <a:off x="425450" y="1950085"/>
            <a:ext cx="4928235" cy="3692525"/>
          </a:xfrm>
          <a:prstGeom prst="rect">
            <a:avLst/>
          </a:prstGeom>
          <a:noFill/>
        </p:spPr>
        <p:txBody>
          <a:bodyPr wrap="square" rtlCol="0">
            <a:spAutoFit/>
          </a:bodyPr>
          <a:p>
            <a:r>
              <a:rPr lang="zh-CN" altLang="en-US"/>
              <a:t>#include &lt;iostream&gt;</a:t>
            </a:r>
            <a:endParaRPr lang="zh-CN" altLang="en-US"/>
          </a:p>
          <a:p>
            <a:r>
              <a:rPr lang="zh-CN" altLang="en-US"/>
              <a:t>using namespace std;</a:t>
            </a:r>
            <a:endParaRPr lang="zh-CN" altLang="en-US"/>
          </a:p>
          <a:p>
            <a:r>
              <a:rPr lang="zh-CN" altLang="en-US"/>
              <a:t>int main() {</a:t>
            </a:r>
            <a:endParaRPr lang="zh-CN" altLang="en-US"/>
          </a:p>
          <a:p>
            <a:r>
              <a:rPr lang="zh-CN" altLang="en-US"/>
              <a:t>	for (int i = 1;i &lt; 10;i++) {         //打印九次</a:t>
            </a:r>
            <a:endParaRPr lang="zh-CN" altLang="en-US"/>
          </a:p>
          <a:p>
            <a:r>
              <a:rPr lang="zh-CN" altLang="en-US"/>
              <a:t>		for (int j = 1;j &lt;= i;j++) {     //j&lt;i即每次打印i个</a:t>
            </a:r>
            <a:endParaRPr lang="zh-CN" altLang="en-US"/>
          </a:p>
          <a:p>
            <a:r>
              <a:rPr lang="zh-CN" altLang="en-US"/>
              <a:t>			cout &lt;&lt; j &lt;&lt; "×" &lt;&lt; i &lt;&lt; "=" &lt;&lt; i * j &lt;&lt; "\t";</a:t>
            </a:r>
            <a:endParaRPr lang="zh-CN" altLang="en-US"/>
          </a:p>
          <a:p>
            <a:r>
              <a:rPr lang="zh-CN" altLang="en-US"/>
              <a:t>		}</a:t>
            </a:r>
            <a:endParaRPr lang="zh-CN" altLang="en-US"/>
          </a:p>
          <a:p>
            <a:r>
              <a:rPr lang="zh-CN" altLang="en-US"/>
              <a:t>		cout &lt;&lt; "\n";</a:t>
            </a:r>
            <a:endParaRPr lang="zh-CN" altLang="en-US"/>
          </a:p>
          <a:p>
            <a:r>
              <a:rPr lang="zh-CN" altLang="en-US"/>
              <a:t>	}</a:t>
            </a:r>
            <a:endParaRPr lang="zh-CN" altLang="en-US"/>
          </a:p>
          <a:p>
            <a:r>
              <a:rPr lang="zh-CN" altLang="en-US"/>
              <a:t>	return 0;</a:t>
            </a:r>
            <a:endParaRPr lang="zh-CN" altLang="en-US"/>
          </a:p>
          <a:p>
            <a:r>
              <a:rPr lang="zh-CN" altLang="en-US"/>
              <a:t>}</a:t>
            </a:r>
            <a:endParaRPr lang="zh-CN" altLang="en-US"/>
          </a:p>
        </p:txBody>
      </p:sp>
      <p:pic>
        <p:nvPicPr>
          <p:cNvPr id="13" name="图片 12" descr="2"/>
          <p:cNvPicPr>
            <a:picLocks noChangeAspect="1"/>
          </p:cNvPicPr>
          <p:nvPr/>
        </p:nvPicPr>
        <p:blipFill>
          <a:blip r:embed="rId1"/>
          <a:stretch>
            <a:fillRect/>
          </a:stretch>
        </p:blipFill>
        <p:spPr>
          <a:xfrm>
            <a:off x="5847080" y="1844040"/>
            <a:ext cx="5631180" cy="249936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93290" y="654050"/>
            <a:ext cx="7805420" cy="521970"/>
          </a:xfrm>
          <a:prstGeom prst="rect">
            <a:avLst/>
          </a:prstGeom>
          <a:noFill/>
        </p:spPr>
        <p:txBody>
          <a:bodyPr wrap="square" rtlCol="0">
            <a:spAutoFit/>
          </a:bodyPr>
          <a:p>
            <a:r>
              <a:rPr lang="en-US" altLang="zh-CN" sz="2800" b="1">
                <a:latin typeface="+mn-ea"/>
                <a:cs typeface="+mn-ea"/>
              </a:rPr>
              <a:t>break</a:t>
            </a:r>
            <a:r>
              <a:rPr lang="zh-CN" altLang="en-US" sz="2800" b="1">
                <a:latin typeface="+mn-ea"/>
                <a:cs typeface="+mn-ea"/>
              </a:rPr>
              <a:t>语句</a:t>
            </a:r>
            <a:endParaRPr lang="zh-CN" altLang="en-US" sz="2800" b="1">
              <a:latin typeface="+mn-ea"/>
              <a:cs typeface="+mn-ea"/>
            </a:endParaRPr>
          </a:p>
        </p:txBody>
      </p:sp>
      <p:sp>
        <p:nvSpPr>
          <p:cNvPr id="3" name="文本框 2"/>
          <p:cNvSpPr txBox="1"/>
          <p:nvPr/>
        </p:nvSpPr>
        <p:spPr>
          <a:xfrm>
            <a:off x="2251075" y="1435100"/>
            <a:ext cx="7949565" cy="2306955"/>
          </a:xfrm>
          <a:prstGeom prst="rect">
            <a:avLst/>
          </a:prstGeom>
          <a:noFill/>
        </p:spPr>
        <p:txBody>
          <a:bodyPr wrap="square" rtlCol="0">
            <a:spAutoFit/>
          </a:bodyPr>
          <a:p>
            <a:r>
              <a:rPr lang="zh-CN" altLang="en-US" sz="2400">
                <a:latin typeface="+mn-ea"/>
                <a:cs typeface="+mn-ea"/>
              </a:rPr>
              <a:t>作用：用于跳出选择结构或者循环结构</a:t>
            </a:r>
            <a:endParaRPr lang="zh-CN" altLang="en-US" sz="2400">
              <a:latin typeface="+mn-ea"/>
              <a:cs typeface="+mn-ea"/>
            </a:endParaRPr>
          </a:p>
          <a:p>
            <a:r>
              <a:rPr lang="zh-CN" altLang="en-US" sz="2400">
                <a:latin typeface="+mn-ea"/>
                <a:cs typeface="+mn-ea"/>
              </a:rPr>
              <a:t>使用时机：</a:t>
            </a:r>
            <a:endParaRPr lang="zh-CN" altLang="en-US" sz="2400">
              <a:latin typeface="+mn-ea"/>
              <a:cs typeface="+mn-ea"/>
            </a:endParaRPr>
          </a:p>
          <a:p>
            <a:r>
              <a:rPr lang="en-US" altLang="zh-CN" sz="2400">
                <a:latin typeface="+mn-ea"/>
                <a:cs typeface="+mn-ea"/>
              </a:rPr>
              <a:t>1.</a:t>
            </a:r>
            <a:r>
              <a:rPr lang="zh-CN" altLang="en-US" sz="2400">
                <a:latin typeface="+mn-ea"/>
                <a:cs typeface="+mn-ea"/>
              </a:rPr>
              <a:t>出现在</a:t>
            </a:r>
            <a:r>
              <a:rPr lang="en-US" altLang="zh-CN" sz="2400">
                <a:latin typeface="+mn-ea"/>
                <a:cs typeface="+mn-ea"/>
              </a:rPr>
              <a:t>switch</a:t>
            </a:r>
            <a:r>
              <a:rPr lang="zh-CN" altLang="en-US" sz="2400">
                <a:latin typeface="+mn-ea"/>
                <a:cs typeface="+mn-ea"/>
              </a:rPr>
              <a:t>条件语句中，作用是终止</a:t>
            </a:r>
            <a:r>
              <a:rPr lang="en-US" altLang="zh-CN" sz="2400">
                <a:latin typeface="+mn-ea"/>
                <a:cs typeface="+mn-ea"/>
              </a:rPr>
              <a:t>case</a:t>
            </a:r>
            <a:r>
              <a:rPr lang="zh-CN" altLang="en-US" sz="2400">
                <a:latin typeface="+mn-ea"/>
                <a:cs typeface="+mn-ea"/>
              </a:rPr>
              <a:t>并跳出</a:t>
            </a:r>
            <a:r>
              <a:rPr lang="en-US" altLang="zh-CN" sz="2400">
                <a:latin typeface="+mn-ea"/>
                <a:cs typeface="+mn-ea"/>
              </a:rPr>
              <a:t>switch</a:t>
            </a:r>
            <a:endParaRPr lang="en-US" altLang="zh-CN" sz="2400">
              <a:latin typeface="+mn-ea"/>
              <a:cs typeface="+mn-ea"/>
            </a:endParaRPr>
          </a:p>
          <a:p>
            <a:r>
              <a:rPr lang="en-US" altLang="zh-CN" sz="2400">
                <a:latin typeface="+mn-ea"/>
                <a:cs typeface="+mn-ea"/>
              </a:rPr>
              <a:t>2.</a:t>
            </a:r>
            <a:r>
              <a:rPr lang="zh-CN" altLang="en-US" sz="2400">
                <a:latin typeface="+mn-ea"/>
                <a:cs typeface="+mn-ea"/>
              </a:rPr>
              <a:t>出现在循环语句，作用是跳出当前的循环语句</a:t>
            </a:r>
            <a:endParaRPr lang="zh-CN" altLang="en-US" sz="2400">
              <a:latin typeface="+mn-ea"/>
              <a:cs typeface="+mn-ea"/>
            </a:endParaRPr>
          </a:p>
          <a:p>
            <a:r>
              <a:rPr lang="en-US" altLang="zh-CN" sz="2400">
                <a:latin typeface="+mn-ea"/>
                <a:cs typeface="+mn-ea"/>
              </a:rPr>
              <a:t>3.</a:t>
            </a:r>
            <a:r>
              <a:rPr lang="zh-CN" altLang="en-US" sz="2400">
                <a:latin typeface="+mn-ea"/>
                <a:cs typeface="+mn-ea"/>
              </a:rPr>
              <a:t>出现在嵌套循环，跳出最近的内层循环语句</a:t>
            </a:r>
            <a:endParaRPr lang="zh-CN" altLang="en-US" sz="2400">
              <a:latin typeface="+mn-ea"/>
              <a:cs typeface="+mn-ea"/>
            </a:endParaRPr>
          </a:p>
        </p:txBody>
      </p:sp>
      <p:sp>
        <p:nvSpPr>
          <p:cNvPr id="4" name="文本框 3"/>
          <p:cNvSpPr txBox="1"/>
          <p:nvPr/>
        </p:nvSpPr>
        <p:spPr>
          <a:xfrm>
            <a:off x="2576195" y="3961130"/>
            <a:ext cx="6678295" cy="2584450"/>
          </a:xfrm>
          <a:prstGeom prst="rect">
            <a:avLst/>
          </a:prstGeom>
          <a:noFill/>
        </p:spPr>
        <p:txBody>
          <a:bodyPr wrap="square" rtlCol="0">
            <a:spAutoFit/>
          </a:bodyPr>
          <a:p>
            <a:r>
              <a:rPr lang="zh-CN" altLang="en-US"/>
              <a:t>例：</a:t>
            </a:r>
            <a:endParaRPr lang="zh-CN" altLang="en-US"/>
          </a:p>
          <a:p>
            <a:r>
              <a:rPr lang="en-US" altLang="zh-CN"/>
              <a:t>for(...)</a:t>
            </a:r>
            <a:endParaRPr lang="en-US" altLang="zh-CN"/>
          </a:p>
          <a:p>
            <a:r>
              <a:rPr lang="en-US" altLang="zh-CN"/>
              <a:t>{</a:t>
            </a:r>
            <a:endParaRPr lang="en-US" altLang="zh-CN"/>
          </a:p>
          <a:p>
            <a:r>
              <a:rPr lang="en-US" altLang="zh-CN"/>
              <a:t>.....</a:t>
            </a:r>
            <a:endParaRPr lang="en-US" altLang="zh-CN"/>
          </a:p>
          <a:p>
            <a:r>
              <a:rPr lang="en-US" altLang="zh-CN"/>
              <a:t>.....</a:t>
            </a:r>
            <a:endParaRPr lang="en-US" altLang="zh-CN"/>
          </a:p>
          <a:p>
            <a:r>
              <a:rPr lang="en-US" altLang="zh-CN"/>
              <a:t>break;             !!!!</a:t>
            </a:r>
            <a:r>
              <a:rPr lang="zh-CN" altLang="en-US"/>
              <a:t>执行到本行，直接跳出循环，整个循环不在执行</a:t>
            </a:r>
            <a:endParaRPr lang="en-US" altLang="zh-CN"/>
          </a:p>
          <a:p>
            <a:r>
              <a:rPr lang="en-US" altLang="zh-CN"/>
              <a:t>.....</a:t>
            </a:r>
            <a:endParaRPr lang="en-US" altLang="zh-CN"/>
          </a:p>
          <a:p>
            <a:r>
              <a:rPr lang="en-US" altLang="zh-CN"/>
              <a:t>.....</a:t>
            </a:r>
            <a:endParaRPr lang="en-US" altLang="zh-CN"/>
          </a:p>
          <a:p>
            <a:r>
              <a:rPr lang="en-US" altLang="zh-CN"/>
              <a:t>}</a:t>
            </a:r>
            <a:endParaRPr lang="en-US" altLang="zh-CN"/>
          </a:p>
        </p:txBody>
      </p:sp>
      <p:sp>
        <p:nvSpPr>
          <p:cNvPr id="7" name="矩形 6"/>
          <p:cNvSpPr>
            <a:spLocks noRot="1" noChangeAspect="1" noMove="1" noResize="1" noEditPoints="1" noAdjustHandles="1" noChangeArrowheads="1" noChangeShapeType="1" noTextEdit="1"/>
          </p:cNvSpPr>
          <p:nvPr/>
        </p:nvSpPr>
        <p:spPr>
          <a:xfrm>
            <a:off x="8688705" y="2690495"/>
            <a:ext cx="3056255" cy="4204970"/>
          </a:xfrm>
          <a:prstGeom prst="rect">
            <a:avLst/>
          </a:prstGeom>
          <a:blipFill rotWithShape="1">
            <a:blip r:embed="rId1" cstate="print"/>
            <a:stretch>
              <a:fillRect l="-1389"/>
            </a:stretch>
          </a:blipFill>
        </p:spPr>
        <p:txBody>
          <a:bodyPr/>
          <a:p>
            <a:r>
              <a:rPr lang="zh-CN" altLang="en-US">
                <a:noFill/>
              </a:rPr>
              <a:t> </a:t>
            </a:r>
            <a:endParaRPr lang="zh-CN" altLang="en-US">
              <a:no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210435" y="806450"/>
            <a:ext cx="10798810" cy="521970"/>
          </a:xfrm>
          <a:prstGeom prst="rect">
            <a:avLst/>
          </a:prstGeom>
          <a:noFill/>
        </p:spPr>
        <p:txBody>
          <a:bodyPr wrap="square" rtlCol="0">
            <a:spAutoFit/>
          </a:bodyPr>
          <a:p>
            <a:r>
              <a:rPr lang="en-US" altLang="zh-CN" sz="2800" b="1">
                <a:latin typeface="+mn-ea"/>
                <a:cs typeface="+mn-ea"/>
              </a:rPr>
              <a:t>continue</a:t>
            </a:r>
            <a:r>
              <a:rPr lang="zh-CN" altLang="en-US" sz="2800" b="1">
                <a:latin typeface="+mn-ea"/>
                <a:cs typeface="+mn-ea"/>
              </a:rPr>
              <a:t>语句</a:t>
            </a:r>
            <a:endParaRPr lang="zh-CN" altLang="en-US" sz="2800" b="1">
              <a:latin typeface="+mn-ea"/>
              <a:cs typeface="+mn-ea"/>
            </a:endParaRPr>
          </a:p>
        </p:txBody>
      </p:sp>
      <p:sp>
        <p:nvSpPr>
          <p:cNvPr id="3" name="文本框 2"/>
          <p:cNvSpPr txBox="1"/>
          <p:nvPr/>
        </p:nvSpPr>
        <p:spPr>
          <a:xfrm>
            <a:off x="2352675" y="1389380"/>
            <a:ext cx="8856345" cy="368300"/>
          </a:xfrm>
          <a:prstGeom prst="rect">
            <a:avLst/>
          </a:prstGeom>
          <a:noFill/>
        </p:spPr>
        <p:txBody>
          <a:bodyPr wrap="square" rtlCol="0">
            <a:spAutoFit/>
          </a:bodyPr>
          <a:p>
            <a:r>
              <a:rPr lang="zh-CN" altLang="en-US"/>
              <a:t>作用：在循环语句中，跳过本次循环中尚未执行的语句，继续执行下一次循环</a:t>
            </a:r>
            <a:endParaRPr lang="zh-CN" altLang="en-US"/>
          </a:p>
        </p:txBody>
      </p:sp>
      <p:sp>
        <p:nvSpPr>
          <p:cNvPr id="4" name="文本框 3"/>
          <p:cNvSpPr txBox="1"/>
          <p:nvPr/>
        </p:nvSpPr>
        <p:spPr>
          <a:xfrm>
            <a:off x="2534920" y="1927225"/>
            <a:ext cx="7665720" cy="2813685"/>
          </a:xfrm>
          <a:prstGeom prst="rect">
            <a:avLst/>
          </a:prstGeom>
          <a:noFill/>
        </p:spPr>
        <p:txBody>
          <a:bodyPr wrap="square" rtlCol="0">
            <a:noAutofit/>
          </a:bodyPr>
          <a:p>
            <a:r>
              <a:rPr lang="zh-CN" altLang="en-US"/>
              <a:t>例：</a:t>
            </a:r>
            <a:endParaRPr lang="zh-CN" altLang="en-US"/>
          </a:p>
          <a:p>
            <a:r>
              <a:rPr lang="en-US" altLang="zh-CN"/>
              <a:t>for(...)</a:t>
            </a:r>
            <a:endParaRPr lang="en-US" altLang="zh-CN"/>
          </a:p>
          <a:p>
            <a:r>
              <a:rPr lang="en-US" altLang="zh-CN"/>
              <a:t>{</a:t>
            </a:r>
            <a:endParaRPr lang="en-US" altLang="zh-CN"/>
          </a:p>
          <a:p>
            <a:r>
              <a:rPr lang="en-US" altLang="zh-CN"/>
              <a:t>.........</a:t>
            </a:r>
            <a:endParaRPr lang="en-US" altLang="zh-CN"/>
          </a:p>
          <a:p>
            <a:r>
              <a:rPr lang="en-US" altLang="zh-CN"/>
              <a:t>.........</a:t>
            </a:r>
            <a:endParaRPr lang="en-US" altLang="zh-CN"/>
          </a:p>
          <a:p>
            <a:r>
              <a:rPr lang="en-US" altLang="zh-CN"/>
              <a:t>continue;               </a:t>
            </a:r>
            <a:r>
              <a:rPr lang="zh-CN" altLang="en-US"/>
              <a:t>！！！！执行到本行，就不再执行后面的代码了，而执行下一次循环</a:t>
            </a:r>
            <a:r>
              <a:rPr lang="en-US" altLang="zh-CN"/>
              <a:t>                            </a:t>
            </a:r>
            <a:endParaRPr lang="en-US" altLang="zh-CN"/>
          </a:p>
          <a:p>
            <a:r>
              <a:rPr lang="en-US" altLang="zh-CN"/>
              <a:t>.........</a:t>
            </a:r>
            <a:endParaRPr lang="en-US" altLang="zh-CN"/>
          </a:p>
          <a:p>
            <a:r>
              <a:rPr lang="en-US" altLang="zh-CN"/>
              <a:t>.........</a:t>
            </a:r>
            <a:endParaRPr lang="en-US" altLang="zh-CN"/>
          </a:p>
          <a:p>
            <a:r>
              <a:rPr lang="en-US" altLang="zh-CN"/>
              <a:t>}</a:t>
            </a:r>
            <a:endParaRPr lang="en-US" altLang="zh-CN"/>
          </a:p>
        </p:txBody>
      </p:sp>
      <p:sp>
        <p:nvSpPr>
          <p:cNvPr id="7" name="矩形 6"/>
          <p:cNvSpPr>
            <a:spLocks noRot="1" noChangeAspect="1" noMove="1" noResize="1" noEditPoints="1" noAdjustHandles="1" noChangeArrowheads="1" noChangeShapeType="1" noTextEdit="1"/>
          </p:cNvSpPr>
          <p:nvPr/>
        </p:nvSpPr>
        <p:spPr>
          <a:xfrm>
            <a:off x="8616315" y="2276475"/>
            <a:ext cx="3056255" cy="4204970"/>
          </a:xfrm>
          <a:prstGeom prst="rect">
            <a:avLst/>
          </a:prstGeom>
          <a:blipFill rotWithShape="1">
            <a:blip r:embed="rId1" cstate="print"/>
            <a:stretch>
              <a:fillRect l="-1389"/>
            </a:stretch>
          </a:blipFill>
        </p:spPr>
        <p:txBody>
          <a:bodyPr/>
          <a:p>
            <a:r>
              <a:rPr lang="zh-CN" altLang="en-US">
                <a:noFill/>
              </a:rPr>
              <a:t> </a:t>
            </a:r>
            <a:endParaRPr lang="zh-CN" altLang="en-US">
              <a:no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比较</a:t>
            </a:r>
            <a:r>
              <a:rPr lang="en-US" altLang="zh-CN"/>
              <a:t>break</a:t>
            </a:r>
            <a:r>
              <a:rPr lang="zh-CN" altLang="en-US"/>
              <a:t>和</a:t>
            </a:r>
            <a:r>
              <a:rPr lang="en-US" altLang="zh-CN"/>
              <a:t>continue</a:t>
            </a:r>
            <a:r>
              <a:rPr lang="zh-CN" altLang="en-US"/>
              <a:t>在</a:t>
            </a:r>
            <a:r>
              <a:rPr lang="en-US" altLang="zh-CN"/>
              <a:t>switch</a:t>
            </a:r>
            <a:r>
              <a:rPr lang="zh-CN" altLang="en-US"/>
              <a:t>的区别</a:t>
            </a:r>
            <a:endParaRPr lang="zh-CN" altLang="en-US"/>
          </a:p>
        </p:txBody>
      </p:sp>
      <p:sp>
        <p:nvSpPr>
          <p:cNvPr id="3" name="内容占位符 2"/>
          <p:cNvSpPr>
            <a:spLocks noGrp="1"/>
          </p:cNvSpPr>
          <p:nvPr>
            <p:ph idx="1"/>
          </p:nvPr>
        </p:nvSpPr>
        <p:spPr>
          <a:xfrm>
            <a:off x="609600" y="1797685"/>
            <a:ext cx="4130675" cy="4526280"/>
          </a:xfrm>
        </p:spPr>
        <p:txBody>
          <a:bodyPr>
            <a:normAutofit fontScale="70000"/>
          </a:bodyPr>
          <a:p>
            <a:pPr marL="0" indent="0">
              <a:buNone/>
            </a:pPr>
            <a:r>
              <a:rPr lang="zh-CN" altLang="en-US"/>
              <a:t>int k=0;</a:t>
            </a:r>
            <a:r>
              <a:rPr lang="en-US" altLang="zh-CN"/>
              <a:t>					</a:t>
            </a:r>
            <a:endParaRPr lang="zh-CN" altLang="en-US"/>
          </a:p>
          <a:p>
            <a:pPr marL="0" indent="0">
              <a:buNone/>
            </a:pPr>
            <a:r>
              <a:rPr lang="zh-CN" altLang="en-US"/>
              <a:t>for(i=0;i&lt;=2;i++){</a:t>
            </a:r>
            <a:endParaRPr lang="zh-CN" altLang="en-US"/>
          </a:p>
          <a:p>
            <a:pPr marL="0" indent="0">
              <a:buNone/>
            </a:pPr>
            <a:r>
              <a:rPr lang="zh-CN" altLang="en-US"/>
              <a:t>switch(k){</a:t>
            </a:r>
            <a:endParaRPr lang="zh-CN" altLang="en-US"/>
          </a:p>
          <a:p>
            <a:pPr marL="0" indent="0">
              <a:buNone/>
            </a:pPr>
            <a:r>
              <a:rPr lang="zh-CN" altLang="en-US"/>
              <a:t>case(0) printf(0);</a:t>
            </a:r>
            <a:r>
              <a:rPr lang="zh-CN" altLang="en-US">
                <a:solidFill>
                  <a:srgbClr val="FF0000"/>
                </a:solidFill>
              </a:rPr>
              <a:t>continue</a:t>
            </a:r>
            <a:r>
              <a:rPr lang="zh-CN" altLang="en-US"/>
              <a:t>;</a:t>
            </a:r>
            <a:endParaRPr lang="zh-CN" altLang="en-US"/>
          </a:p>
          <a:p>
            <a:pPr marL="0" indent="0">
              <a:buNone/>
            </a:pPr>
            <a:r>
              <a:rPr lang="zh-CN" altLang="en-US"/>
              <a:t>case(1) printf(1);</a:t>
            </a:r>
            <a:r>
              <a:rPr lang="zh-CN" altLang="en-US">
                <a:solidFill>
                  <a:srgbClr val="FF0000"/>
                </a:solidFill>
              </a:rPr>
              <a:t>continue</a:t>
            </a:r>
            <a:r>
              <a:rPr lang="zh-CN" altLang="en-US"/>
              <a:t>;</a:t>
            </a:r>
            <a:endParaRPr lang="zh-CN" altLang="en-US"/>
          </a:p>
          <a:p>
            <a:pPr marL="0" indent="0">
              <a:buNone/>
            </a:pPr>
            <a:r>
              <a:rPr lang="zh-CN" altLang="en-US"/>
              <a:t>case(2) printf(2);</a:t>
            </a:r>
            <a:r>
              <a:rPr lang="zh-CN" altLang="en-US">
                <a:solidFill>
                  <a:srgbClr val="FF0000"/>
                </a:solidFill>
              </a:rPr>
              <a:t>continue</a:t>
            </a:r>
            <a:r>
              <a:rPr lang="zh-CN" altLang="en-US"/>
              <a:t>;</a:t>
            </a:r>
            <a:endParaRPr lang="zh-CN" altLang="en-US"/>
          </a:p>
          <a:p>
            <a:pPr marL="0" indent="0">
              <a:buNone/>
            </a:pPr>
            <a:r>
              <a:rPr lang="zh-CN" altLang="en-US"/>
              <a:t>default printf(3);</a:t>
            </a:r>
            <a:r>
              <a:rPr lang="zh-CN" altLang="en-US">
                <a:solidFill>
                  <a:srgbClr val="FF0000"/>
                </a:solidFill>
              </a:rPr>
              <a:t>continue</a:t>
            </a:r>
            <a:r>
              <a:rPr lang="zh-CN" altLang="en-US"/>
              <a:t>;</a:t>
            </a:r>
            <a:endParaRPr lang="zh-CN" altLang="en-US"/>
          </a:p>
          <a:p>
            <a:pPr marL="0" indent="0">
              <a:buNone/>
            </a:pPr>
            <a:r>
              <a:rPr lang="zh-CN" altLang="en-US"/>
              <a:t>}</a:t>
            </a:r>
            <a:endParaRPr lang="zh-CN" altLang="en-US"/>
          </a:p>
          <a:p>
            <a:pPr marL="0" indent="0">
              <a:buNone/>
            </a:pPr>
            <a:r>
              <a:rPr lang="zh-CN" altLang="en-US"/>
              <a:t>k=k+1;</a:t>
            </a:r>
            <a:endParaRPr lang="zh-CN" altLang="en-US"/>
          </a:p>
          <a:p>
            <a:pPr marL="0" indent="0">
              <a:buNone/>
            </a:pPr>
            <a:r>
              <a:rPr lang="zh-CN" altLang="en-US"/>
              <a:t>}</a:t>
            </a:r>
            <a:endParaRPr lang="zh-CN" altLang="en-US"/>
          </a:p>
        </p:txBody>
      </p:sp>
      <p:sp>
        <p:nvSpPr>
          <p:cNvPr id="4" name="文本框 3"/>
          <p:cNvSpPr txBox="1"/>
          <p:nvPr/>
        </p:nvSpPr>
        <p:spPr>
          <a:xfrm>
            <a:off x="6210935" y="1717040"/>
            <a:ext cx="4064000" cy="4519930"/>
          </a:xfrm>
          <a:prstGeom prst="rect">
            <a:avLst/>
          </a:prstGeom>
          <a:noFill/>
        </p:spPr>
        <p:txBody>
          <a:bodyPr wrap="square" rtlCol="0">
            <a:noAutofit/>
          </a:bodyPr>
          <a:p>
            <a:r>
              <a:rPr lang="zh-CN" altLang="en-US" sz="2200"/>
              <a:t>int k=0;</a:t>
            </a:r>
            <a:endParaRPr lang="zh-CN" altLang="en-US" sz="2200"/>
          </a:p>
          <a:p>
            <a:endParaRPr lang="zh-CN" altLang="en-US" sz="2200"/>
          </a:p>
          <a:p>
            <a:r>
              <a:rPr lang="zh-CN" altLang="en-US" sz="2200"/>
              <a:t>for(i=0;i&lt;=2;i++){</a:t>
            </a:r>
            <a:endParaRPr lang="zh-CN" altLang="en-US" sz="2200"/>
          </a:p>
          <a:p>
            <a:r>
              <a:rPr lang="zh-CN" altLang="en-US" sz="2200"/>
              <a:t>switch(k){</a:t>
            </a:r>
            <a:endParaRPr lang="zh-CN" altLang="en-US" sz="2200"/>
          </a:p>
          <a:p>
            <a:r>
              <a:rPr lang="zh-CN" altLang="en-US" sz="2200"/>
              <a:t>case(0) printf(0);</a:t>
            </a:r>
            <a:r>
              <a:rPr lang="zh-CN" altLang="en-US" sz="2200">
                <a:solidFill>
                  <a:srgbClr val="FF0000"/>
                </a:solidFill>
              </a:rPr>
              <a:t>break</a:t>
            </a:r>
            <a:r>
              <a:rPr lang="zh-CN" altLang="en-US" sz="2200"/>
              <a:t>;</a:t>
            </a:r>
            <a:endParaRPr lang="zh-CN" altLang="en-US" sz="2200"/>
          </a:p>
          <a:p>
            <a:r>
              <a:rPr lang="zh-CN" altLang="en-US" sz="2200"/>
              <a:t>case(1) printf(1);</a:t>
            </a:r>
            <a:r>
              <a:rPr lang="zh-CN" altLang="en-US" sz="2200">
                <a:solidFill>
                  <a:srgbClr val="FF0000"/>
                </a:solidFill>
              </a:rPr>
              <a:t>break</a:t>
            </a:r>
            <a:r>
              <a:rPr lang="zh-CN" altLang="en-US" sz="2200"/>
              <a:t>;</a:t>
            </a:r>
            <a:endParaRPr lang="zh-CN" altLang="en-US" sz="2200"/>
          </a:p>
          <a:p>
            <a:r>
              <a:rPr lang="zh-CN" altLang="en-US" sz="2200"/>
              <a:t>case(2) printf(2);</a:t>
            </a:r>
            <a:r>
              <a:rPr lang="zh-CN" altLang="en-US" sz="2200">
                <a:solidFill>
                  <a:srgbClr val="FF0000"/>
                </a:solidFill>
              </a:rPr>
              <a:t>break</a:t>
            </a:r>
            <a:r>
              <a:rPr lang="zh-CN" altLang="en-US" sz="2200"/>
              <a:t>;</a:t>
            </a:r>
            <a:endParaRPr lang="zh-CN" altLang="en-US" sz="2200"/>
          </a:p>
          <a:p>
            <a:r>
              <a:rPr lang="zh-CN" altLang="en-US" sz="2200"/>
              <a:t>default printf(3);</a:t>
            </a:r>
            <a:r>
              <a:rPr lang="zh-CN" altLang="en-US" sz="2200">
                <a:solidFill>
                  <a:srgbClr val="FF0000"/>
                </a:solidFill>
              </a:rPr>
              <a:t>break</a:t>
            </a:r>
            <a:r>
              <a:rPr lang="zh-CN" altLang="en-US" sz="2200"/>
              <a:t>;</a:t>
            </a:r>
            <a:endParaRPr lang="zh-CN" altLang="en-US" sz="2200"/>
          </a:p>
          <a:p>
            <a:r>
              <a:rPr lang="zh-CN" altLang="en-US" sz="2200"/>
              <a:t>}</a:t>
            </a:r>
            <a:endParaRPr lang="zh-CN" altLang="en-US" sz="2200"/>
          </a:p>
          <a:p>
            <a:r>
              <a:rPr lang="zh-CN" altLang="en-US" sz="2200"/>
              <a:t>k=k+1;</a:t>
            </a:r>
            <a:endParaRPr lang="zh-CN" altLang="en-US" sz="2200"/>
          </a:p>
          <a:p>
            <a:r>
              <a:rPr lang="zh-CN" altLang="en-US" sz="2200"/>
              <a:t>}</a:t>
            </a:r>
            <a:endParaRPr lang="zh-CN" altLang="en-US" sz="2200"/>
          </a:p>
        </p:txBody>
      </p:sp>
      <p:sp>
        <p:nvSpPr>
          <p:cNvPr id="6" name="文本框 5"/>
          <p:cNvSpPr txBox="1"/>
          <p:nvPr/>
        </p:nvSpPr>
        <p:spPr>
          <a:xfrm>
            <a:off x="911860" y="6236970"/>
            <a:ext cx="4064000" cy="368300"/>
          </a:xfrm>
          <a:prstGeom prst="rect">
            <a:avLst/>
          </a:prstGeom>
          <a:noFill/>
        </p:spPr>
        <p:txBody>
          <a:bodyPr wrap="square" rtlCol="0">
            <a:spAutoFit/>
          </a:bodyPr>
          <a:p>
            <a:r>
              <a:rPr lang="en-US" altLang="zh-CN">
                <a:solidFill>
                  <a:srgbClr val="FF0000"/>
                </a:solidFill>
              </a:rPr>
              <a:t>000</a:t>
            </a:r>
            <a:endParaRPr lang="en-US" altLang="zh-CN">
              <a:solidFill>
                <a:srgbClr val="FF0000"/>
              </a:solidFill>
            </a:endParaRPr>
          </a:p>
        </p:txBody>
      </p:sp>
      <p:sp>
        <p:nvSpPr>
          <p:cNvPr id="7" name="文本框 6"/>
          <p:cNvSpPr txBox="1"/>
          <p:nvPr/>
        </p:nvSpPr>
        <p:spPr>
          <a:xfrm>
            <a:off x="6672580" y="6214745"/>
            <a:ext cx="4064000" cy="368300"/>
          </a:xfrm>
          <a:prstGeom prst="rect">
            <a:avLst/>
          </a:prstGeom>
          <a:noFill/>
        </p:spPr>
        <p:txBody>
          <a:bodyPr wrap="square" rtlCol="0">
            <a:spAutoFit/>
          </a:bodyPr>
          <a:p>
            <a:r>
              <a:rPr lang="en-US" altLang="zh-CN">
                <a:solidFill>
                  <a:srgbClr val="FF0000"/>
                </a:solidFill>
              </a:rPr>
              <a:t>123</a:t>
            </a:r>
            <a:endParaRPr lang="en-US" altLang="zh-CN">
              <a:solidFill>
                <a:srgbClr val="FF0000"/>
              </a:solidFill>
            </a:endParaRPr>
          </a:p>
        </p:txBody>
      </p:sp>
      <p:sp>
        <p:nvSpPr>
          <p:cNvPr id="8" name="文本框 7"/>
          <p:cNvSpPr txBox="1"/>
          <p:nvPr/>
        </p:nvSpPr>
        <p:spPr>
          <a:xfrm>
            <a:off x="479425" y="2132965"/>
            <a:ext cx="10009505" cy="1198880"/>
          </a:xfrm>
          <a:prstGeom prst="rect">
            <a:avLst/>
          </a:prstGeom>
          <a:noFill/>
        </p:spPr>
        <p:txBody>
          <a:bodyPr wrap="square" rtlCol="0">
            <a:spAutoFit/>
          </a:bodyPr>
          <a:p>
            <a:r>
              <a:rPr lang="zh-CN" altLang="en-US" sz="3600">
                <a:solidFill>
                  <a:srgbClr val="FF0000"/>
                </a:solidFill>
                <a:highlight>
                  <a:srgbClr val="FFFF00"/>
                </a:highlight>
              </a:rPr>
              <a:t>break,continue在switch内部，则break作用于switch，continue作用于外部循环。</a:t>
            </a:r>
            <a:endParaRPr lang="zh-CN" altLang="en-US" sz="3600">
              <a:solidFill>
                <a:srgbClr val="FF0000"/>
              </a:solidFill>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p:tgtEl>
                                          <p:spTgt spid="8"/>
                                        </p:tgtEl>
                                        <p:attrNameLst>
                                          <p:attrName>ppt_y</p:attrName>
                                        </p:attrNameLst>
                                      </p:cBhvr>
                                      <p:tavLst>
                                        <p:tav tm="0">
                                          <p:val>
                                            <p:strVal val="#ppt_y+#ppt_h*1.125000"/>
                                          </p:val>
                                        </p:tav>
                                        <p:tav tm="100000">
                                          <p:val>
                                            <p:strVal val="#ppt_y"/>
                                          </p:val>
                                        </p:tav>
                                      </p:tavLst>
                                    </p:anim>
                                    <p:animEffect transition="in" filter="wipe(up)">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8" grpId="0"/>
      <p:bldP spid="8"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46910" y="633730"/>
            <a:ext cx="8685530" cy="521970"/>
          </a:xfrm>
          <a:prstGeom prst="rect">
            <a:avLst/>
          </a:prstGeom>
          <a:noFill/>
        </p:spPr>
        <p:txBody>
          <a:bodyPr wrap="square" rtlCol="0">
            <a:spAutoFit/>
          </a:bodyPr>
          <a:p>
            <a:r>
              <a:rPr lang="en-US" altLang="zh-CN" sz="2800" b="1">
                <a:latin typeface="+mn-ea"/>
                <a:cs typeface="+mn-ea"/>
              </a:rPr>
              <a:t>goto</a:t>
            </a:r>
            <a:r>
              <a:rPr lang="zh-CN" altLang="en-US" sz="2800" b="1">
                <a:latin typeface="+mn-ea"/>
                <a:cs typeface="+mn-ea"/>
              </a:rPr>
              <a:t>语句</a:t>
            </a:r>
            <a:endParaRPr lang="zh-CN" altLang="en-US" sz="2800" b="1">
              <a:latin typeface="+mn-ea"/>
              <a:cs typeface="+mn-ea"/>
            </a:endParaRPr>
          </a:p>
        </p:txBody>
      </p:sp>
      <p:sp>
        <p:nvSpPr>
          <p:cNvPr id="3" name="文本框 2"/>
          <p:cNvSpPr txBox="1"/>
          <p:nvPr/>
        </p:nvSpPr>
        <p:spPr>
          <a:xfrm>
            <a:off x="2068195" y="1242695"/>
            <a:ext cx="9140825" cy="922020"/>
          </a:xfrm>
          <a:prstGeom prst="rect">
            <a:avLst/>
          </a:prstGeom>
          <a:noFill/>
        </p:spPr>
        <p:txBody>
          <a:bodyPr wrap="square" rtlCol="0">
            <a:spAutoFit/>
          </a:bodyPr>
          <a:p>
            <a:r>
              <a:rPr lang="zh-CN" altLang="en-US"/>
              <a:t>作用：可以无条件的跳转语句</a:t>
            </a:r>
            <a:endParaRPr lang="zh-CN" altLang="en-US"/>
          </a:p>
          <a:p>
            <a:r>
              <a:rPr lang="zh-CN" altLang="en-US"/>
              <a:t>语法：</a:t>
            </a:r>
            <a:r>
              <a:rPr lang="en-US" altLang="zh-CN"/>
              <a:t>goto</a:t>
            </a:r>
            <a:r>
              <a:rPr lang="zh-CN" altLang="en-US"/>
              <a:t>标记；</a:t>
            </a:r>
            <a:endParaRPr lang="zh-CN" altLang="en-US"/>
          </a:p>
          <a:p>
            <a:r>
              <a:rPr lang="zh-CN" altLang="en-US"/>
              <a:t>解释：如果标记的名称存在，执行到</a:t>
            </a:r>
            <a:r>
              <a:rPr lang="en-US" altLang="zh-CN"/>
              <a:t>goto</a:t>
            </a:r>
            <a:r>
              <a:rPr lang="zh-CN" altLang="en-US"/>
              <a:t>语句时，会跳转到标记的位置</a:t>
            </a:r>
            <a:endParaRPr lang="zh-CN" altLang="en-US"/>
          </a:p>
        </p:txBody>
      </p:sp>
      <p:sp>
        <p:nvSpPr>
          <p:cNvPr id="4" name="文本框 3"/>
          <p:cNvSpPr txBox="1"/>
          <p:nvPr/>
        </p:nvSpPr>
        <p:spPr>
          <a:xfrm>
            <a:off x="2220595" y="2378710"/>
            <a:ext cx="7506335" cy="3138170"/>
          </a:xfrm>
          <a:prstGeom prst="rect">
            <a:avLst/>
          </a:prstGeom>
          <a:noFill/>
        </p:spPr>
        <p:txBody>
          <a:bodyPr wrap="square" rtlCol="0">
            <a:spAutoFit/>
          </a:bodyPr>
          <a:p>
            <a:r>
              <a:rPr lang="zh-CN" altLang="en-US"/>
              <a:t>例：</a:t>
            </a:r>
            <a:endParaRPr lang="zh-CN" altLang="en-US"/>
          </a:p>
          <a:p>
            <a:r>
              <a:rPr lang="en-US" altLang="zh-CN"/>
              <a:t>........</a:t>
            </a:r>
            <a:endParaRPr lang="en-US" altLang="zh-CN"/>
          </a:p>
          <a:p>
            <a:r>
              <a:rPr lang="en-US" altLang="zh-CN"/>
              <a:t>........</a:t>
            </a:r>
            <a:endParaRPr lang="en-US" altLang="zh-CN"/>
          </a:p>
          <a:p>
            <a:r>
              <a:rPr lang="en-US" altLang="zh-CN"/>
              <a:t>........</a:t>
            </a:r>
            <a:endParaRPr lang="en-US" altLang="zh-CN"/>
          </a:p>
          <a:p>
            <a:r>
              <a:rPr lang="en-US" altLang="zh-CN"/>
              <a:t>goto FLAG                !!!!!!!!</a:t>
            </a:r>
            <a:r>
              <a:rPr lang="zh-CN" altLang="en-US"/>
              <a:t>遇到该语句直接跳转到</a:t>
            </a:r>
            <a:r>
              <a:rPr lang="en-US" altLang="zh-CN"/>
              <a:t>FLAG</a:t>
            </a:r>
            <a:r>
              <a:rPr lang="zh-CN" altLang="en-US"/>
              <a:t>执行，两者中间的代码不执行</a:t>
            </a:r>
            <a:endParaRPr lang="en-US" altLang="zh-CN"/>
          </a:p>
          <a:p>
            <a:r>
              <a:rPr lang="en-US" altLang="zh-CN"/>
              <a:t>........</a:t>
            </a:r>
            <a:endParaRPr lang="en-US" altLang="zh-CN"/>
          </a:p>
          <a:p>
            <a:r>
              <a:rPr lang="en-US" altLang="zh-CN"/>
              <a:t>........</a:t>
            </a:r>
            <a:endParaRPr lang="en-US" altLang="zh-CN"/>
          </a:p>
          <a:p>
            <a:r>
              <a:rPr lang="en-US" altLang="zh-CN"/>
              <a:t>FLAG:                        </a:t>
            </a:r>
            <a:r>
              <a:rPr lang="zh-CN" altLang="en-US"/>
              <a:t>！！！！从该处执行</a:t>
            </a:r>
            <a:endParaRPr lang="en-US" altLang="zh-CN"/>
          </a:p>
          <a:p>
            <a:r>
              <a:rPr lang="en-US" altLang="zh-CN"/>
              <a:t>........</a:t>
            </a:r>
            <a:endParaRPr lang="en-US" altLang="zh-CN"/>
          </a:p>
          <a:p>
            <a:r>
              <a:rPr lang="en-US" altLang="zh-CN"/>
              <a:t>........</a:t>
            </a:r>
            <a:endParaRPr lang="en-US"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rot="10800000" flipV="1">
            <a:off x="4053840" y="713740"/>
            <a:ext cx="4083685" cy="110680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p>
            <a:pPr algn="ctr"/>
            <a:r>
              <a:rPr lang="zh-CN" altLang="en-US" sz="6600">
                <a:solidFill>
                  <a:schemeClr val="tx1"/>
                </a:solidFill>
                <a:effectLst>
                  <a:outerShdw blurRad="38100" dist="19050" dir="2700000" algn="tl" rotWithShape="0">
                    <a:schemeClr val="dk1">
                      <a:alpha val="40000"/>
                    </a:schemeClr>
                  </a:outerShdw>
                </a:effectLst>
              </a:rPr>
              <a:t>数组</a:t>
            </a:r>
            <a:endParaRPr lang="zh-CN" altLang="en-US" sz="6600">
              <a:solidFill>
                <a:schemeClr val="tx1"/>
              </a:solidFill>
              <a:effectLst>
                <a:outerShdw blurRad="38100" dist="19050" dir="2700000" algn="tl" rotWithShape="0">
                  <a:schemeClr val="dk1">
                    <a:alpha val="40000"/>
                  </a:schemeClr>
                </a:outerShdw>
              </a:effectLst>
            </a:endParaRPr>
          </a:p>
        </p:txBody>
      </p:sp>
      <p:sp>
        <p:nvSpPr>
          <p:cNvPr id="3" name="文本框 2"/>
          <p:cNvSpPr txBox="1"/>
          <p:nvPr/>
        </p:nvSpPr>
        <p:spPr>
          <a:xfrm>
            <a:off x="1529715" y="2548255"/>
            <a:ext cx="9936480" cy="583565"/>
          </a:xfrm>
          <a:prstGeom prst="rect">
            <a:avLst/>
          </a:prstGeom>
          <a:noFill/>
        </p:spPr>
        <p:txBody>
          <a:bodyPr wrap="none" rtlCol="0">
            <a:spAutoFit/>
          </a:bodyPr>
          <a:p>
            <a:r>
              <a:rPr lang="zh-CN" altLang="en-US" sz="3200">
                <a:solidFill>
                  <a:srgbClr val="002060"/>
                </a:solidFill>
              </a:rPr>
              <a:t>数组，就是一个集合，里面存放了相同类型的数据元素</a:t>
            </a:r>
            <a:endParaRPr lang="zh-CN" altLang="en-US" sz="3200">
              <a:solidFill>
                <a:srgbClr val="002060"/>
              </a:solidFill>
            </a:endParaRPr>
          </a:p>
        </p:txBody>
      </p:sp>
      <p:sp>
        <p:nvSpPr>
          <p:cNvPr id="4" name="文本框 3"/>
          <p:cNvSpPr txBox="1"/>
          <p:nvPr/>
        </p:nvSpPr>
        <p:spPr>
          <a:xfrm>
            <a:off x="1628775" y="3352165"/>
            <a:ext cx="8023225" cy="521970"/>
          </a:xfrm>
          <a:prstGeom prst="rect">
            <a:avLst/>
          </a:prstGeom>
          <a:noFill/>
        </p:spPr>
        <p:txBody>
          <a:bodyPr wrap="square" rtlCol="0">
            <a:spAutoFit/>
          </a:bodyPr>
          <a:p>
            <a:r>
              <a:rPr lang="zh-CN" altLang="en-US" sz="2800">
                <a:solidFill>
                  <a:srgbClr val="7030A0"/>
                </a:solidFill>
              </a:rPr>
              <a:t>特点一、数组中每个数据元素都是相同的数据类型</a:t>
            </a:r>
            <a:endParaRPr lang="zh-CN" altLang="en-US" sz="2800">
              <a:solidFill>
                <a:srgbClr val="7030A0"/>
              </a:solidFill>
            </a:endParaRPr>
          </a:p>
        </p:txBody>
      </p:sp>
      <p:sp>
        <p:nvSpPr>
          <p:cNvPr id="7" name="文本框 6"/>
          <p:cNvSpPr txBox="1"/>
          <p:nvPr/>
        </p:nvSpPr>
        <p:spPr>
          <a:xfrm>
            <a:off x="1628775" y="4094480"/>
            <a:ext cx="7498080" cy="583565"/>
          </a:xfrm>
          <a:prstGeom prst="rect">
            <a:avLst/>
          </a:prstGeom>
          <a:noFill/>
        </p:spPr>
        <p:txBody>
          <a:bodyPr wrap="none" rtlCol="0">
            <a:spAutoFit/>
          </a:bodyPr>
          <a:p>
            <a:r>
              <a:rPr lang="zh-CN" altLang="en-US" sz="3200">
                <a:solidFill>
                  <a:srgbClr val="7030A0"/>
                </a:solidFill>
              </a:rPr>
              <a:t>特点二、数组是由连续的内存位置组成的</a:t>
            </a:r>
            <a:endParaRPr lang="zh-CN" altLang="en-US" sz="3200">
              <a:solidFill>
                <a:srgbClr val="7030A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IMG_0256 2"/>
          <p:cNvPicPr>
            <a:picLocks noChangeAspect="1"/>
          </p:cNvPicPr>
          <p:nvPr/>
        </p:nvPicPr>
        <p:blipFill>
          <a:blip r:embed="rId1"/>
          <a:stretch>
            <a:fillRect/>
          </a:stretch>
        </p:blipFill>
        <p:spPr>
          <a:xfrm>
            <a:off x="2150110" y="1101725"/>
            <a:ext cx="8711565" cy="500316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499485" y="613410"/>
            <a:ext cx="9787890" cy="5631180"/>
          </a:xfrm>
          <a:prstGeom prst="rect">
            <a:avLst/>
          </a:prstGeom>
          <a:noFill/>
        </p:spPr>
        <p:txBody>
          <a:bodyPr wrap="square" rtlCol="0">
            <a:spAutoFit/>
          </a:bodyPr>
          <a:p>
            <a:pPr algn="l"/>
            <a:r>
              <a:rPr lang="zh-CN" altLang="en-US" sz="2400"/>
              <a:t>一维数组的三种定义方式：</a:t>
            </a:r>
            <a:endParaRPr lang="zh-CN" altLang="en-US" sz="2400"/>
          </a:p>
          <a:p>
            <a:pPr algn="l"/>
            <a:endParaRPr lang="zh-CN" altLang="en-US" sz="2400"/>
          </a:p>
          <a:p>
            <a:pPr algn="l"/>
            <a:r>
              <a:rPr lang="zh-CN" altLang="en-US" sz="2400"/>
              <a:t>1、数据类型 数组名 [ 数组长度 ]；</a:t>
            </a:r>
            <a:endParaRPr lang="zh-CN" altLang="en-US" sz="2400"/>
          </a:p>
          <a:p>
            <a:pPr algn="l"/>
            <a:endParaRPr lang="zh-CN" altLang="en-US" sz="2400"/>
          </a:p>
          <a:p>
            <a:pPr algn="l"/>
            <a:r>
              <a:rPr lang="zh-CN" altLang="en-US" sz="2400"/>
              <a:t>​    int score [10];</a:t>
            </a:r>
            <a:endParaRPr lang="zh-CN" altLang="en-US" sz="2400"/>
          </a:p>
          <a:p>
            <a:pPr algn="l"/>
            <a:endParaRPr lang="zh-CN" altLang="en-US" sz="2400"/>
          </a:p>
          <a:p>
            <a:pPr algn="l"/>
            <a:r>
              <a:rPr lang="zh-CN" altLang="en-US" sz="2400"/>
              <a:t>2、数据类型 数组名 [ 数组长度 ] = { 值1，值2，值3}；</a:t>
            </a:r>
            <a:endParaRPr lang="zh-CN" altLang="en-US" sz="2400"/>
          </a:p>
          <a:p>
            <a:pPr algn="l"/>
            <a:endParaRPr lang="zh-CN" altLang="en-US" sz="2400"/>
          </a:p>
          <a:p>
            <a:pPr algn="l"/>
            <a:r>
              <a:rPr lang="zh-CN" altLang="en-US" sz="2400"/>
              <a:t>     char str [ ]= {'a','b','c','d' };</a:t>
            </a:r>
            <a:endParaRPr lang="zh-CN" altLang="en-US" sz="2400"/>
          </a:p>
          <a:p>
            <a:pPr algn="l"/>
            <a:endParaRPr lang="zh-CN" altLang="en-US" sz="2400"/>
          </a:p>
          <a:p>
            <a:pPr algn="l"/>
            <a:r>
              <a:rPr lang="zh-CN" altLang="en-US" sz="2400"/>
              <a:t>如果数组所有都赋值了，可以不用说数组长度。</a:t>
            </a:r>
            <a:endParaRPr lang="zh-CN" altLang="en-US" sz="2400"/>
          </a:p>
          <a:p>
            <a:pPr algn="l"/>
            <a:endParaRPr lang="zh-CN" altLang="en-US" sz="2400"/>
          </a:p>
          <a:p>
            <a:pPr algn="l"/>
            <a:r>
              <a:rPr lang="zh-CN" altLang="en-US" sz="2400"/>
              <a:t>3、数据类型 数组名[ ] = { 值1，值2 ...}</a:t>
            </a:r>
            <a:endParaRPr lang="zh-CN" altLang="en-US" sz="2400"/>
          </a:p>
          <a:p>
            <a:pPr algn="l"/>
            <a:endParaRPr lang="zh-CN" altLang="en-US" sz="2400"/>
          </a:p>
          <a:p>
            <a:pPr algn="l"/>
            <a:r>
              <a:rPr lang="zh-CN" altLang="en-US" sz="2400"/>
              <a:t>      char str [ ]= {'a','b','c','d' };</a:t>
            </a:r>
            <a:endParaRPr lang="zh-CN" altLang="en-US" sz="2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20750" y="869950"/>
            <a:ext cx="10880090" cy="4154170"/>
          </a:xfrm>
          <a:prstGeom prst="rect">
            <a:avLst/>
          </a:prstGeom>
          <a:noFill/>
        </p:spPr>
        <p:txBody>
          <a:bodyPr wrap="none" rtlCol="0">
            <a:spAutoFit/>
          </a:bodyPr>
          <a:p>
            <a:pPr algn="l"/>
            <a:r>
              <a:rPr lang="zh-CN" altLang="en-US" sz="2400"/>
              <a:t>一维数组名的用途：</a:t>
            </a:r>
            <a:endParaRPr lang="zh-CN" altLang="en-US" sz="2400"/>
          </a:p>
          <a:p>
            <a:pPr algn="l"/>
            <a:endParaRPr lang="zh-CN" altLang="en-US" sz="2400"/>
          </a:p>
          <a:p>
            <a:pPr algn="l"/>
            <a:r>
              <a:rPr lang="zh-CN" altLang="en-US" sz="2400"/>
              <a:t>1、可以统计整个数组在内存中的长度  用sizeof（）获取数组长度 如int型4个字节</a:t>
            </a:r>
            <a:endParaRPr lang="zh-CN" altLang="en-US" sz="2400"/>
          </a:p>
          <a:p>
            <a:pPr algn="l"/>
            <a:endParaRPr lang="zh-CN" altLang="en-US" sz="2400"/>
          </a:p>
          <a:p>
            <a:pPr algn="l"/>
            <a:r>
              <a:rPr lang="zh-CN" altLang="en-US" sz="2400"/>
              <a:t>2、可以获取数组在内存中的首地址   cout &lt;&lt; &lt;&lt; arr &lt;&lt; endl;`</a:t>
            </a:r>
            <a:endParaRPr lang="zh-CN" altLang="en-US" sz="2400"/>
          </a:p>
          <a:p>
            <a:pPr algn="l"/>
            <a:endParaRPr lang="zh-CN" altLang="en-US" sz="2400"/>
          </a:p>
          <a:p>
            <a:pPr algn="l"/>
            <a:r>
              <a:rPr lang="zh-CN" altLang="en-US" sz="2400"/>
              <a:t>可以获得16进制首地址的编码</a:t>
            </a:r>
            <a:endParaRPr lang="zh-CN" altLang="en-US" sz="2400"/>
          </a:p>
          <a:p>
            <a:pPr algn="l"/>
            <a:endParaRPr lang="zh-CN" altLang="en-US" sz="2400"/>
          </a:p>
          <a:p>
            <a:pPr algn="l"/>
            <a:endParaRPr lang="zh-CN" altLang="en-US" sz="2400"/>
          </a:p>
          <a:p>
            <a:pPr algn="l"/>
            <a:endParaRPr lang="zh-CN" altLang="en-US" sz="2400"/>
          </a:p>
          <a:p>
            <a:pPr algn="l"/>
            <a:r>
              <a:rPr lang="zh-CN" altLang="en-US" sz="2400"/>
              <a:t>冒泡排序</a:t>
            </a:r>
            <a:r>
              <a:rPr lang="en-US" altLang="zh-CN" sz="2400"/>
              <a:t> </a:t>
            </a:r>
            <a:r>
              <a:rPr lang="zh-CN" altLang="en-US" sz="2400"/>
              <a:t>选择排序</a:t>
            </a:r>
            <a:r>
              <a:rPr lang="en-US" altLang="zh-CN" sz="2400"/>
              <a:t> </a:t>
            </a:r>
            <a:r>
              <a:rPr lang="zh-CN" altLang="en-US" sz="2400"/>
              <a:t>插入排序</a:t>
            </a:r>
            <a:r>
              <a:rPr lang="en-US" altLang="zh-CN" sz="2400"/>
              <a:t> </a:t>
            </a:r>
            <a:r>
              <a:rPr lang="zh-CN" altLang="en-US" sz="2400"/>
              <a:t>归并排序</a:t>
            </a:r>
            <a:r>
              <a:rPr lang="en-US" altLang="zh-CN" sz="2400"/>
              <a:t> </a:t>
            </a:r>
            <a:r>
              <a:rPr lang="zh-CN" altLang="en-US" sz="2400"/>
              <a:t>快速排序</a:t>
            </a:r>
            <a:r>
              <a:rPr lang="en-US" altLang="zh-CN" sz="2400"/>
              <a:t>.etc</a:t>
            </a:r>
            <a:endParaRPr lang="en-US" altLang="zh-CN" sz="2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2252980" y="428625"/>
            <a:ext cx="7686040" cy="6000750"/>
          </a:xfrm>
          <a:prstGeom prst="rect">
            <a:avLst/>
          </a:prstGeom>
          <a:noFill/>
        </p:spPr>
        <p:txBody>
          <a:bodyPr wrap="square" rtlCol="0">
            <a:spAutoFit/>
          </a:bodyPr>
          <a:p>
            <a:pPr algn="l"/>
            <a:r>
              <a:rPr lang="zh-CN" altLang="en-US" sz="2400" b="1"/>
              <a:t>二维数组</a:t>
            </a:r>
            <a:endParaRPr lang="zh-CN" altLang="en-US" sz="2400" b="1"/>
          </a:p>
          <a:p>
            <a:pPr algn="l"/>
            <a:endParaRPr lang="zh-CN" altLang="en-US" sz="2400" b="1"/>
          </a:p>
          <a:p>
            <a:pPr algn="l"/>
            <a:r>
              <a:rPr lang="zh-CN" altLang="en-US" sz="2400" b="1"/>
              <a:t>二维数组就是在一维数组上，多加一个维度</a:t>
            </a:r>
            <a:endParaRPr lang="zh-CN" altLang="en-US" sz="2400" b="1"/>
          </a:p>
          <a:p>
            <a:pPr algn="l"/>
            <a:endParaRPr lang="zh-CN" altLang="en-US" sz="2400" b="1"/>
          </a:p>
          <a:p>
            <a:pPr algn="l"/>
            <a:r>
              <a:rPr lang="zh-CN" altLang="en-US" sz="2400" b="1"/>
              <a:t>一维数组只有行，二维数组有行和列。</a:t>
            </a:r>
            <a:endParaRPr lang="zh-CN" altLang="en-US" sz="2400" b="1"/>
          </a:p>
          <a:p>
            <a:pPr algn="l"/>
            <a:endParaRPr lang="zh-CN" altLang="en-US" sz="2400" b="1"/>
          </a:p>
          <a:p>
            <a:pPr algn="l"/>
            <a:endParaRPr lang="zh-CN" altLang="en-US" sz="2400" b="1"/>
          </a:p>
          <a:p>
            <a:pPr algn="l"/>
            <a:r>
              <a:rPr lang="zh-CN" altLang="en-US" sz="2400" b="1"/>
              <a:t>二维数组定义方式：</a:t>
            </a:r>
            <a:endParaRPr lang="zh-CN" altLang="en-US" sz="2400" b="1"/>
          </a:p>
          <a:p>
            <a:pPr algn="l"/>
            <a:endParaRPr lang="zh-CN" altLang="en-US" sz="2400" b="1"/>
          </a:p>
          <a:p>
            <a:pPr algn="l"/>
            <a:r>
              <a:rPr lang="zh-CN" altLang="en-US" sz="2400" b="1"/>
              <a:t>1、 数据类型 数组名 [行数] [列数]；</a:t>
            </a:r>
            <a:endParaRPr lang="zh-CN" altLang="en-US" sz="2400" b="1"/>
          </a:p>
          <a:p>
            <a:pPr algn="l"/>
            <a:endParaRPr lang="zh-CN" altLang="en-US" sz="2400" b="1"/>
          </a:p>
          <a:p>
            <a:pPr algn="l"/>
            <a:r>
              <a:rPr lang="zh-CN" altLang="en-US" sz="2400" b="1"/>
              <a:t>int arr[2][3] ;</a:t>
            </a:r>
            <a:endParaRPr lang="zh-CN" altLang="en-US" sz="2400" b="1"/>
          </a:p>
          <a:p>
            <a:pPr algn="l"/>
            <a:endParaRPr lang="zh-CN" altLang="en-US" sz="2400" b="1"/>
          </a:p>
          <a:p>
            <a:pPr algn="l"/>
            <a:r>
              <a:rPr lang="zh-CN" altLang="en-US" sz="2400" b="1"/>
              <a:t>arr[0][0]=1 ;</a:t>
            </a:r>
            <a:endParaRPr lang="zh-CN" altLang="en-US" sz="2400" b="1"/>
          </a:p>
          <a:p>
            <a:pPr algn="l"/>
            <a:endParaRPr lang="zh-CN" altLang="en-US" sz="2400" b="1"/>
          </a:p>
          <a:p>
            <a:pPr algn="l"/>
            <a:r>
              <a:rPr lang="zh-CN" altLang="en-US" sz="2400" b="1"/>
              <a:t>arr[0][1] = 2;                         用for循环输出</a:t>
            </a:r>
            <a:endParaRPr lang="zh-CN" altLang="en-US" sz="2400" b="1"/>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IMG_0256"/>
          <p:cNvPicPr>
            <a:picLocks noChangeAspect="1"/>
          </p:cNvPicPr>
          <p:nvPr/>
        </p:nvPicPr>
        <p:blipFill>
          <a:blip r:embed="rId1"/>
          <a:stretch>
            <a:fillRect/>
          </a:stretch>
        </p:blipFill>
        <p:spPr>
          <a:xfrm>
            <a:off x="1066800" y="1878965"/>
            <a:ext cx="10058400" cy="309943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82880" y="1928495"/>
            <a:ext cx="11057890" cy="2676525"/>
          </a:xfrm>
          <a:prstGeom prst="rect">
            <a:avLst/>
          </a:prstGeom>
          <a:noFill/>
        </p:spPr>
        <p:txBody>
          <a:bodyPr wrap="none" rtlCol="0">
            <a:spAutoFit/>
          </a:bodyPr>
          <a:p>
            <a:pPr algn="l"/>
            <a:r>
              <a:rPr lang="zh-CN" altLang="en-US" sz="2400"/>
              <a:t>2、数据类型 数组名 [ 行数] [列数] = {   {数据1，数据2}   ， {数据3  ， 数据4 }  }；</a:t>
            </a:r>
            <a:endParaRPr lang="zh-CN" altLang="en-US" sz="2400"/>
          </a:p>
          <a:p>
            <a:pPr algn="l"/>
            <a:endParaRPr lang="zh-CN" altLang="en-US" sz="2400"/>
          </a:p>
          <a:p>
            <a:pPr algn="l"/>
            <a:r>
              <a:rPr lang="zh-CN" altLang="en-US" sz="2400"/>
              <a:t>int arr2[2][3] = ;</a:t>
            </a:r>
            <a:endParaRPr lang="zh-CN" altLang="en-US" sz="2400"/>
          </a:p>
          <a:p>
            <a:pPr algn="l"/>
            <a:endParaRPr lang="zh-CN" altLang="en-US" sz="2400"/>
          </a:p>
          <a:p>
            <a:pPr algn="l"/>
            <a:r>
              <a:rPr lang="zh-CN" altLang="en-US" sz="2400"/>
              <a:t>{  {1,2,3},</a:t>
            </a:r>
            <a:endParaRPr lang="zh-CN" altLang="en-US" sz="2400"/>
          </a:p>
          <a:p>
            <a:pPr algn="l"/>
            <a:r>
              <a:rPr lang="zh-CN" altLang="en-US" sz="2400"/>
              <a:t>   {4,5,6}</a:t>
            </a:r>
            <a:endParaRPr lang="zh-CN" altLang="en-US" sz="2400"/>
          </a:p>
          <a:p>
            <a:pPr algn="l"/>
            <a:r>
              <a:rPr lang="zh-CN" altLang="en-US" sz="2400"/>
              <a:t>};               endl换行</a:t>
            </a:r>
            <a:endParaRPr lang="zh-CN" altLang="en-US" sz="2400"/>
          </a:p>
        </p:txBody>
      </p:sp>
      <p:sp>
        <p:nvSpPr>
          <p:cNvPr id="3" name="文本框 2"/>
          <p:cNvSpPr txBox="1"/>
          <p:nvPr/>
        </p:nvSpPr>
        <p:spPr>
          <a:xfrm>
            <a:off x="264160" y="5186680"/>
            <a:ext cx="11868785" cy="1383665"/>
          </a:xfrm>
          <a:prstGeom prst="rect">
            <a:avLst/>
          </a:prstGeom>
          <a:noFill/>
        </p:spPr>
        <p:txBody>
          <a:bodyPr wrap="none" rtlCol="0">
            <a:spAutoFit/>
          </a:bodyPr>
          <a:p>
            <a:pPr algn="l"/>
            <a:r>
              <a:rPr lang="zh-CN" altLang="en-US" sz="2800"/>
              <a:t>3、数据类型 数组名 [ 行数] [列数]； = { 数据1， 数据2，数据3，数据4  }；</a:t>
            </a:r>
            <a:endParaRPr lang="zh-CN" altLang="en-US" sz="2800"/>
          </a:p>
          <a:p>
            <a:pPr algn="l"/>
            <a:endParaRPr lang="zh-CN" altLang="en-US" sz="2800"/>
          </a:p>
          <a:p>
            <a:pPr algn="l"/>
            <a:r>
              <a:rPr lang="zh-CN" altLang="en-US" sz="2800"/>
              <a:t>int arr3[2][3] = {1,2,3,4,5,6};</a:t>
            </a:r>
            <a:endParaRPr lang="zh-CN" altLang="en-US" sz="2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21030" y="2352675"/>
            <a:ext cx="11198225" cy="2245360"/>
          </a:xfrm>
          <a:prstGeom prst="rect">
            <a:avLst/>
          </a:prstGeom>
          <a:noFill/>
        </p:spPr>
        <p:txBody>
          <a:bodyPr wrap="none" rtlCol="0">
            <a:spAutoFit/>
          </a:bodyPr>
          <a:p>
            <a:pPr algn="l"/>
            <a:r>
              <a:rPr lang="zh-CN" altLang="en-US" sz="2800"/>
              <a:t>4、  数据类型 数组名 [ ] [列数] = {   数据1， 数据2，数据3，数据4  }；</a:t>
            </a:r>
            <a:endParaRPr lang="zh-CN" altLang="en-US" sz="2800"/>
          </a:p>
          <a:p>
            <a:pPr algn="l"/>
            <a:endParaRPr lang="zh-CN" altLang="en-US" sz="2800"/>
          </a:p>
          <a:p>
            <a:pPr algn="l"/>
            <a:r>
              <a:rPr lang="zh-CN" altLang="en-US" sz="2800"/>
              <a:t>int arr4[ ][3] = {1,2,3,4,5,6}  </a:t>
            </a:r>
            <a:endParaRPr lang="zh-CN" altLang="en-US" sz="2800"/>
          </a:p>
          <a:p>
            <a:pPr algn="l"/>
            <a:endParaRPr lang="zh-CN" altLang="en-US" sz="2800"/>
          </a:p>
          <a:p>
            <a:pPr algn="l"/>
            <a:r>
              <a:rPr lang="zh-CN" altLang="en-US" sz="2800"/>
              <a:t>省去行数，因为规定了列数，ta可以自己识别出是两行三列</a:t>
            </a:r>
            <a:endParaRPr lang="zh-CN" altLang="en-US" sz="2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857375" y="922020"/>
            <a:ext cx="10266045" cy="6123940"/>
          </a:xfrm>
          <a:prstGeom prst="rect">
            <a:avLst/>
          </a:prstGeom>
          <a:noFill/>
        </p:spPr>
        <p:txBody>
          <a:bodyPr wrap="none" rtlCol="0">
            <a:spAutoFit/>
          </a:bodyPr>
          <a:p>
            <a:pPr algn="l"/>
            <a:r>
              <a:rPr lang="zh-CN" altLang="en-US" sz="2800">
                <a:sym typeface="+mn-ea"/>
              </a:rPr>
              <a:t>二维数组名的作用</a:t>
            </a:r>
            <a:endParaRPr lang="zh-CN" altLang="en-US" sz="2800"/>
          </a:p>
          <a:p>
            <a:pPr algn="l"/>
            <a:endParaRPr lang="zh-CN" altLang="en-US" sz="2800"/>
          </a:p>
          <a:p>
            <a:pPr algn="l"/>
            <a:r>
              <a:rPr lang="zh-CN" altLang="en-US" sz="2800">
                <a:sym typeface="+mn-ea"/>
              </a:rPr>
              <a:t>1、查看二维数组所占内存空间</a:t>
            </a:r>
            <a:endParaRPr lang="zh-CN" altLang="en-US" sz="2800"/>
          </a:p>
          <a:p>
            <a:pPr algn="l"/>
            <a:endParaRPr lang="zh-CN" altLang="en-US" sz="2800"/>
          </a:p>
          <a:p>
            <a:pPr algn="l"/>
            <a:r>
              <a:rPr lang="zh-CN" altLang="en-US" sz="2800">
                <a:sym typeface="+mn-ea"/>
              </a:rPr>
              <a:t>2、获取二维数组首地址</a:t>
            </a:r>
            <a:endParaRPr lang="zh-CN" altLang="en-US" sz="2800"/>
          </a:p>
          <a:p>
            <a:pPr algn="l"/>
            <a:endParaRPr lang="zh-CN" altLang="en-US" sz="2800"/>
          </a:p>
          <a:p>
            <a:pPr algn="l"/>
            <a:r>
              <a:rPr lang="zh-CN" altLang="en-US" sz="2800">
                <a:sym typeface="+mn-ea"/>
              </a:rPr>
              <a:t>此时如果只用sizeof（arrp[ 0 ] ) 则代表是获取第一行所占内存空间</a:t>
            </a:r>
            <a:endParaRPr lang="zh-CN" altLang="en-US" sz="2800"/>
          </a:p>
          <a:p>
            <a:pPr algn="l"/>
            <a:endParaRPr lang="zh-CN" altLang="en-US" sz="2800"/>
          </a:p>
          <a:p>
            <a:pPr algn="l"/>
            <a:r>
              <a:rPr lang="zh-CN" altLang="en-US" sz="2800">
                <a:sym typeface="+mn-ea"/>
              </a:rPr>
              <a:t>用sizeof（arr[0]  [0]) 则代表是</a:t>
            </a:r>
            <a:endParaRPr lang="zh-CN" altLang="en-US" sz="2800">
              <a:sym typeface="+mn-ea"/>
            </a:endParaRPr>
          </a:p>
          <a:p>
            <a:pPr algn="l"/>
            <a:endParaRPr lang="zh-CN" altLang="en-US" sz="2800">
              <a:sym typeface="+mn-ea"/>
            </a:endParaRPr>
          </a:p>
          <a:p>
            <a:pPr algn="l"/>
            <a:r>
              <a:rPr lang="zh-CN" altLang="en-US" sz="2800">
                <a:sym typeface="+mn-ea"/>
              </a:rPr>
              <a:t>获取第一行第一列元素所占内存空间</a:t>
            </a:r>
            <a:endParaRPr lang="zh-CN" altLang="en-US" sz="2800"/>
          </a:p>
          <a:p>
            <a:pPr algn="l"/>
            <a:endParaRPr lang="zh-CN" altLang="en-US" sz="2800"/>
          </a:p>
          <a:p>
            <a:pPr algn="l"/>
            <a:r>
              <a:rPr lang="zh-CN" altLang="en-US" sz="2800">
                <a:sym typeface="+mn-ea"/>
              </a:rPr>
              <a:t>取一个数时，需要加一个取址符 &amp;</a:t>
            </a:r>
            <a:endParaRPr lang="zh-CN" altLang="en-US" sz="2800"/>
          </a:p>
          <a:p>
            <a:endParaRPr lang="zh-CN" altLang="en-US" sz="28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957070" y="1413510"/>
            <a:ext cx="8903970" cy="4030980"/>
          </a:xfrm>
          <a:prstGeom prst="rect">
            <a:avLst/>
          </a:prstGeom>
          <a:noFill/>
        </p:spPr>
        <p:txBody>
          <a:bodyPr wrap="square" rtlCol="0">
            <a:spAutoFit/>
          </a:bodyPr>
          <a:p>
            <a:pPr algn="l"/>
            <a:r>
              <a:rPr lang="zh-CN" altLang="en-US" sz="3200"/>
              <a:t>int i, j;  T temp;</a:t>
            </a:r>
            <a:endParaRPr lang="zh-CN" altLang="en-US" sz="3200"/>
          </a:p>
          <a:p>
            <a:pPr algn="l"/>
            <a:r>
              <a:rPr lang="zh-CN" altLang="en-US" sz="3200"/>
              <a:t>    for (i = 0; i &lt; len - 1; i++)</a:t>
            </a:r>
            <a:endParaRPr lang="zh-CN" altLang="en-US" sz="3200"/>
          </a:p>
          <a:p>
            <a:pPr algn="l"/>
            <a:r>
              <a:rPr lang="zh-CN" altLang="en-US" sz="3200"/>
              <a:t>        for (j = 0; j &lt; len - 1 - i; j++)</a:t>
            </a:r>
            <a:endParaRPr lang="zh-CN" altLang="en-US" sz="3200"/>
          </a:p>
          <a:p>
            <a:pPr algn="l"/>
            <a:r>
              <a:rPr lang="zh-CN" altLang="en-US" sz="3200"/>
              <a:t>        if (arr[ j ] &gt; arr[ j + 1])</a:t>
            </a:r>
            <a:endParaRPr lang="zh-CN" altLang="en-US" sz="3200"/>
          </a:p>
          <a:p>
            <a:pPr algn="l"/>
            <a:r>
              <a:rPr lang="zh-CN" altLang="en-US" sz="3200"/>
              <a:t>        {</a:t>
            </a:r>
            <a:endParaRPr lang="zh-CN" altLang="en-US" sz="3200"/>
          </a:p>
          <a:p>
            <a:pPr algn="l"/>
            <a:r>
              <a:rPr lang="zh-CN" altLang="en-US" sz="3200"/>
              <a:t>            temp = arr[j];</a:t>
            </a:r>
            <a:endParaRPr lang="zh-CN" altLang="en-US" sz="3200"/>
          </a:p>
          <a:p>
            <a:pPr algn="l"/>
            <a:r>
              <a:rPr lang="zh-CN" altLang="en-US" sz="3200"/>
              <a:t>            arr[j] = arr[j + 1];</a:t>
            </a:r>
            <a:endParaRPr lang="zh-CN" altLang="en-US" sz="3200"/>
          </a:p>
          <a:p>
            <a:pPr algn="l"/>
            <a:r>
              <a:rPr lang="zh-CN" altLang="en-US" sz="3200"/>
              <a:t>            arr[j + 1] = temp;</a:t>
            </a:r>
            <a:endParaRPr lang="zh-CN" altLang="en-US" sz="32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rot="10800000" flipV="1">
            <a:off x="4053840" y="713740"/>
            <a:ext cx="4083685" cy="110680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p>
            <a:pPr algn="ctr"/>
            <a:r>
              <a:rPr lang="zh-CN" altLang="en-US" sz="6600">
                <a:solidFill>
                  <a:schemeClr val="tx1"/>
                </a:solidFill>
                <a:effectLst>
                  <a:outerShdw blurRad="38100" dist="19050" dir="2700000" algn="tl" rotWithShape="0">
                    <a:schemeClr val="dk1">
                      <a:alpha val="40000"/>
                    </a:schemeClr>
                  </a:outerShdw>
                </a:effectLst>
              </a:rPr>
              <a:t>函数</a:t>
            </a:r>
            <a:endParaRPr lang="zh-CN" altLang="en-US" sz="6600">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1559560" y="1988820"/>
            <a:ext cx="4064000" cy="1814830"/>
          </a:xfrm>
          <a:prstGeom prst="rect">
            <a:avLst/>
          </a:prstGeom>
          <a:noFill/>
        </p:spPr>
        <p:txBody>
          <a:bodyPr wrap="square" rtlCol="0">
            <a:spAutoFit/>
          </a:bodyPr>
          <a:p>
            <a:r>
              <a:rPr lang="zh-CN" altLang="en-US" sz="2800"/>
              <a:t>int main(){</a:t>
            </a:r>
            <a:endParaRPr lang="zh-CN" altLang="en-US" sz="2800"/>
          </a:p>
          <a:p>
            <a:r>
              <a:rPr lang="zh-CN" altLang="en-US" sz="2800"/>
              <a:t>    cout &lt;&lt; "Hello world!\n";</a:t>
            </a:r>
            <a:endParaRPr lang="zh-CN" altLang="en-US" sz="2800"/>
          </a:p>
          <a:p>
            <a:r>
              <a:rPr lang="zh-CN" altLang="en-US" sz="2800"/>
              <a:t>    return 0;</a:t>
            </a:r>
            <a:endParaRPr lang="zh-CN" altLang="en-US" sz="2800"/>
          </a:p>
          <a:p>
            <a:r>
              <a:rPr lang="zh-CN" altLang="en-US" sz="2800"/>
              <a:t>}</a:t>
            </a:r>
            <a:endParaRPr lang="zh-CN" altLang="en-US" sz="2800"/>
          </a:p>
        </p:txBody>
      </p:sp>
      <p:sp>
        <p:nvSpPr>
          <p:cNvPr id="8" name="文本框 7"/>
          <p:cNvSpPr txBox="1"/>
          <p:nvPr/>
        </p:nvSpPr>
        <p:spPr>
          <a:xfrm>
            <a:off x="1343660" y="3803650"/>
            <a:ext cx="9693275" cy="3107690"/>
          </a:xfrm>
          <a:prstGeom prst="rect">
            <a:avLst/>
          </a:prstGeom>
          <a:noFill/>
        </p:spPr>
        <p:txBody>
          <a:bodyPr wrap="square" rtlCol="0">
            <a:spAutoFit/>
          </a:bodyPr>
          <a:p>
            <a:r>
              <a:rPr lang="zh-CN" altLang="en-US" sz="2800"/>
              <a:t>int add(int a,int b); //函数声明。</a:t>
            </a:r>
            <a:endParaRPr lang="zh-CN" altLang="en-US" sz="2800"/>
          </a:p>
          <a:p>
            <a:r>
              <a:rPr lang="zh-CN" altLang="en-US" sz="2800"/>
              <a:t>int main(){</a:t>
            </a:r>
            <a:endParaRPr lang="zh-CN" altLang="en-US" sz="2800"/>
          </a:p>
          <a:p>
            <a:r>
              <a:rPr lang="zh-CN" altLang="en-US" sz="2800"/>
              <a:t>调用 add 函数 //在未定义函数前调用函数。</a:t>
            </a:r>
            <a:endParaRPr lang="zh-CN" altLang="en-US" sz="2800"/>
          </a:p>
          <a:p>
            <a:r>
              <a:rPr lang="zh-CN" altLang="en-US" sz="2800"/>
              <a:t>}</a:t>
            </a:r>
            <a:endParaRPr lang="zh-CN" altLang="en-US" sz="2800"/>
          </a:p>
          <a:p>
            <a:r>
              <a:rPr lang="zh-CN" altLang="en-US" sz="2800"/>
              <a:t>int add(int a,int b){</a:t>
            </a:r>
            <a:endParaRPr lang="zh-CN" altLang="en-US" sz="2800"/>
          </a:p>
          <a:p>
            <a:r>
              <a:rPr lang="zh-CN" altLang="en-US" sz="2800"/>
              <a:t>return a + b;</a:t>
            </a:r>
            <a:endParaRPr lang="zh-CN" altLang="en-US" sz="2800"/>
          </a:p>
          <a:p>
            <a:r>
              <a:rPr lang="zh-CN" altLang="en-US" sz="2800"/>
              <a:t>} //定义函数</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523490" y="397510"/>
            <a:ext cx="9097010" cy="3138170"/>
          </a:xfrm>
          <a:prstGeom prst="rect">
            <a:avLst/>
          </a:prstGeom>
          <a:noFill/>
        </p:spPr>
        <p:txBody>
          <a:bodyPr wrap="square" rtlCol="0">
            <a:spAutoFit/>
          </a:bodyPr>
          <a:p>
            <a:r>
              <a:rPr lang="zh-CN" altLang="en-US"/>
              <a:t>由上得，在创建函数时，必须编写其定义。所有函数定义包括以下组成部分：</a:t>
            </a:r>
            <a:endParaRPr lang="zh-CN" altLang="en-US"/>
          </a:p>
          <a:p>
            <a:endParaRPr lang="zh-CN" altLang="en-US"/>
          </a:p>
          <a:p>
            <a:r>
              <a:rPr lang="zh-CN" altLang="en-US"/>
              <a:t>名称：每个函数都必须有一个名称。通常，适用于变量名称的规则同样也适用于函数名称。</a:t>
            </a:r>
            <a:endParaRPr lang="zh-CN" altLang="en-US"/>
          </a:p>
          <a:p>
            <a:r>
              <a:rPr lang="zh-CN" altLang="en-US">
                <a:solidFill>
                  <a:srgbClr val="FF0000"/>
                </a:solidFill>
              </a:rPr>
              <a:t>形参列表</a:t>
            </a:r>
            <a:r>
              <a:rPr lang="zh-CN" altLang="en-US"/>
              <a:t>：调用函数的程序模块可以向其发送数据。</a:t>
            </a:r>
            <a:r>
              <a:rPr lang="zh-CN" altLang="en-US">
                <a:solidFill>
                  <a:srgbClr val="FF0000"/>
                </a:solidFill>
              </a:rPr>
              <a:t>形参列表是保存传递给函数的值的变量列表。如果没有值传递给函数，则其形参列表为空。</a:t>
            </a:r>
            <a:r>
              <a:rPr lang="zh-CN" altLang="en-US">
                <a:solidFill>
                  <a:schemeClr val="tx1"/>
                </a:solidFill>
              </a:rPr>
              <a:t>（</a:t>
            </a:r>
            <a:r>
              <a:rPr lang="en-US" altLang="zh-CN">
                <a:solidFill>
                  <a:schemeClr val="tx1"/>
                </a:solidFill>
              </a:rPr>
              <a:t>void</a:t>
            </a:r>
            <a:r>
              <a:rPr lang="zh-CN" altLang="en-US">
                <a:solidFill>
                  <a:schemeClr val="tx1"/>
                </a:solidFill>
              </a:rPr>
              <a:t>）</a:t>
            </a:r>
            <a:endParaRPr lang="zh-CN" altLang="en-US"/>
          </a:p>
          <a:p>
            <a:r>
              <a:rPr lang="zh-CN" altLang="en-US"/>
              <a:t>主体：函数的主体是处理函数正在执行的任务的一组语句。这些语句包含在一组大括号中。</a:t>
            </a:r>
            <a:endParaRPr lang="zh-CN" altLang="en-US"/>
          </a:p>
          <a:p>
            <a:r>
              <a:rPr lang="zh-CN" altLang="en-US"/>
              <a:t>返回类型：函数可以将值发送回调用它的程序模块。返回类型是要发送回的值的数据类型。</a:t>
            </a:r>
            <a:r>
              <a:rPr lang="en-US" altLang="zh-CN"/>
              <a:t>int float double bool .ect</a:t>
            </a:r>
            <a:endParaRPr lang="zh-CN" altLang="en-US"/>
          </a:p>
          <a:p>
            <a:endParaRPr lang="zh-CN" altLang="en-US"/>
          </a:p>
        </p:txBody>
      </p:sp>
      <p:sp>
        <p:nvSpPr>
          <p:cNvPr id="3" name="文本框 2"/>
          <p:cNvSpPr txBox="1"/>
          <p:nvPr/>
        </p:nvSpPr>
        <p:spPr>
          <a:xfrm>
            <a:off x="551815" y="4796790"/>
            <a:ext cx="6934835" cy="2038350"/>
          </a:xfrm>
          <a:prstGeom prst="rect">
            <a:avLst/>
          </a:prstGeom>
          <a:noFill/>
        </p:spPr>
        <p:txBody>
          <a:bodyPr wrap="square" rtlCol="0">
            <a:noAutofit/>
          </a:bodyPr>
          <a:p>
            <a:endParaRPr lang="zh-CN" altLang="en-US"/>
          </a:p>
          <a:p>
            <a:r>
              <a:rPr lang="zh-CN" altLang="en-US"/>
              <a:t>一维数组做参数传递：void func(int array[])</a:t>
            </a:r>
            <a:r>
              <a:rPr lang="en-US" altLang="zh-CN"/>
              <a:t>{}</a:t>
            </a:r>
            <a:endParaRPr lang="zh-CN" altLang="en-US"/>
          </a:p>
          <a:p>
            <a:endParaRPr lang="zh-CN" altLang="en-US"/>
          </a:p>
          <a:p>
            <a:r>
              <a:rPr lang="zh-CN" altLang="en-US"/>
              <a:t>二维数组做参数传递：void Func(int array[3][10])</a:t>
            </a:r>
            <a:r>
              <a:rPr lang="en-US" altLang="zh-CN"/>
              <a:t>{}</a:t>
            </a:r>
            <a:r>
              <a:rPr lang="zh-CN" altLang="en-US"/>
              <a:t> </a:t>
            </a:r>
            <a:endParaRPr lang="zh-CN" altLang="en-US"/>
          </a:p>
          <a:p>
            <a:r>
              <a:rPr lang="zh-CN" altLang="en-US"/>
              <a:t> </a:t>
            </a:r>
            <a:r>
              <a:rPr lang="en-US" altLang="zh-CN"/>
              <a:t>		</a:t>
            </a:r>
            <a:r>
              <a:rPr lang="zh-CN" altLang="en-US"/>
              <a:t>void Func(int array[ ][10])</a:t>
            </a:r>
            <a:r>
              <a:rPr lang="en-US" altLang="zh-CN"/>
              <a:t>{}</a:t>
            </a:r>
            <a:endParaRPr lang="en-US" altLang="zh-CN"/>
          </a:p>
        </p:txBody>
      </p:sp>
      <p:sp>
        <p:nvSpPr>
          <p:cNvPr id="4" name="文本框 3"/>
          <p:cNvSpPr txBox="1"/>
          <p:nvPr/>
        </p:nvSpPr>
        <p:spPr>
          <a:xfrm>
            <a:off x="551815" y="7028815"/>
            <a:ext cx="4436745" cy="494030"/>
          </a:xfrm>
          <a:prstGeom prst="rect">
            <a:avLst/>
          </a:prstGeom>
          <a:noFill/>
        </p:spPr>
        <p:txBody>
          <a:bodyPr wrap="square" rtlCol="0">
            <a:noAutofit/>
          </a:bodyPr>
          <a:p>
            <a:endParaRPr lang="zh-CN" altLang="en-US"/>
          </a:p>
        </p:txBody>
      </p:sp>
      <p:sp>
        <p:nvSpPr>
          <p:cNvPr id="5" name="文本框 4"/>
          <p:cNvSpPr txBox="1"/>
          <p:nvPr/>
        </p:nvSpPr>
        <p:spPr>
          <a:xfrm>
            <a:off x="1659255" y="3205480"/>
            <a:ext cx="10033000" cy="1727835"/>
          </a:xfrm>
          <a:prstGeom prst="rect">
            <a:avLst/>
          </a:prstGeom>
          <a:noFill/>
        </p:spPr>
        <p:txBody>
          <a:bodyPr wrap="square" rtlCol="0">
            <a:noAutofit/>
          </a:bodyPr>
          <a:p>
            <a:r>
              <a:rPr lang="zh-CN" altLang="en-US"/>
              <a:t>声明形参数组并不意味着真正建立一个包含若干元素的数组，</a:t>
            </a:r>
            <a:r>
              <a:rPr lang="zh-CN" altLang="en-US">
                <a:solidFill>
                  <a:schemeClr val="accent1"/>
                </a:solidFill>
              </a:rPr>
              <a:t>在调用函数时也不对它分配存储单元，只是用array[ ]这样的形式表示array是一维数组的名字</a:t>
            </a:r>
            <a:r>
              <a:rPr lang="zh-CN" altLang="en-US"/>
              <a:t>，</a:t>
            </a:r>
            <a:r>
              <a:rPr lang="zh-CN" altLang="en-US">
                <a:solidFill>
                  <a:srgbClr val="FF0000"/>
                </a:solidFill>
              </a:rPr>
              <a:t>用来接收实参传来的地址</a:t>
            </a:r>
            <a:r>
              <a:rPr lang="zh-CN" altLang="en-US"/>
              <a:t>。因此，array【 】中的数值并无实际作用，编译系统对一维数组【】内的内容不予处理，形参一维数组的声明中可以写参数个数，也可以不写。</a:t>
            </a:r>
            <a:endParaRPr lang="zh-CN" altLang="en-US"/>
          </a:p>
          <a:p>
            <a:r>
              <a:rPr lang="zh-CN" altLang="en-US"/>
              <a:t>如果将二维数组作为参数传递给函数，那么在函数的参数声明中必须指明数组的列数，数组的行数没有太大关系，可以指定也可以不指定。</a:t>
            </a:r>
            <a:endParaRPr lang="zh-CN" altLang="en-US"/>
          </a:p>
        </p:txBody>
      </p:sp>
      <p:sp>
        <p:nvSpPr>
          <p:cNvPr id="6" name="文本框 5"/>
          <p:cNvSpPr txBox="1"/>
          <p:nvPr/>
        </p:nvSpPr>
        <p:spPr>
          <a:xfrm>
            <a:off x="6017895" y="5085080"/>
            <a:ext cx="5902960" cy="1398905"/>
          </a:xfrm>
          <a:prstGeom prst="rect">
            <a:avLst/>
          </a:prstGeom>
          <a:noFill/>
        </p:spPr>
        <p:txBody>
          <a:bodyPr wrap="square" rtlCol="0">
            <a:noAutofit/>
          </a:bodyPr>
          <a:p>
            <a:r>
              <a:rPr lang="zh-CN" altLang="en-US">
                <a:sym typeface="+mn-ea"/>
              </a:rPr>
              <a:t>void func</a:t>
            </a:r>
            <a:r>
              <a:rPr lang="en-US" altLang="zh-CN">
                <a:sym typeface="+mn-ea"/>
              </a:rPr>
              <a:t>(int *array){}</a:t>
            </a:r>
            <a:endParaRPr lang="en-US" altLang="zh-CN">
              <a:sym typeface="+mn-ea"/>
            </a:endParaRPr>
          </a:p>
          <a:p>
            <a:endParaRPr lang="en-US" altLang="zh-CN">
              <a:sym typeface="+mn-ea"/>
            </a:endParaRPr>
          </a:p>
          <a:p>
            <a:r>
              <a:rPr lang="zh-CN" altLang="en-US">
                <a:sym typeface="+mn-ea"/>
              </a:rPr>
              <a:t>void func</a:t>
            </a:r>
            <a:r>
              <a:rPr lang="en-US" altLang="zh-CN">
                <a:sym typeface="+mn-ea"/>
              </a:rPr>
              <a:t>(int (*array)[10]){}</a:t>
            </a:r>
            <a:endParaRPr lang="en-US" altLang="zh-CN">
              <a:sym typeface="+mn-ea"/>
            </a:endParaRPr>
          </a:p>
          <a:p>
            <a:endParaRPr lang="en-US" altLang="zh-CN">
              <a:sym typeface="+mn-ea"/>
            </a:endParaRPr>
          </a:p>
          <a:p>
            <a:endParaRPr lang="en-US" altLang="zh-CN">
              <a:sym typeface="+mn-ea"/>
            </a:endParaRPr>
          </a:p>
          <a:p>
            <a:endParaRPr lang="en-US" altLang="zh-CN">
              <a:sym typeface="+mn-ea"/>
            </a:endParaRPr>
          </a:p>
          <a:p>
            <a:endParaRPr lang="en-US" altLang="zh-CN">
              <a:sym typeface="+mn-ea"/>
            </a:endParaRPr>
          </a:p>
          <a:p>
            <a:endParaRPr lang="en-US" altLang="zh-CN">
              <a:sym typeface="+mn-ea"/>
            </a:endParaRPr>
          </a:p>
        </p:txBody>
      </p:sp>
      <p:cxnSp>
        <p:nvCxnSpPr>
          <p:cNvPr id="7" name="直接箭头连接符 6"/>
          <p:cNvCxnSpPr/>
          <p:nvPr/>
        </p:nvCxnSpPr>
        <p:spPr>
          <a:xfrm>
            <a:off x="6699885" y="5511165"/>
            <a:ext cx="431800" cy="0"/>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ox(in)">
                                      <p:cBhvr>
                                        <p:cTn id="18" dur="20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6" grpId="0"/>
      <p:bldP spid="6" grpId="1"/>
      <p:bldP spid="5" grpId="0"/>
      <p:bldP spid="5" grpId="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517390" y="102235"/>
            <a:ext cx="4064000" cy="706755"/>
          </a:xfrm>
          <a:prstGeom prst="rect">
            <a:avLst/>
          </a:prstGeom>
          <a:noFill/>
        </p:spPr>
        <p:txBody>
          <a:bodyPr wrap="square" rtlCol="0">
            <a:spAutoFit/>
          </a:bodyPr>
          <a:p>
            <a:r>
              <a:rPr lang="en-US" altLang="zh-CN" sz="4000"/>
              <a:t>函数的调用</a:t>
            </a:r>
            <a:endParaRPr lang="en-US" altLang="zh-CN" sz="4000"/>
          </a:p>
        </p:txBody>
      </p:sp>
      <p:sp>
        <p:nvSpPr>
          <p:cNvPr id="3" name="文本框 2"/>
          <p:cNvSpPr txBox="1"/>
          <p:nvPr/>
        </p:nvSpPr>
        <p:spPr>
          <a:xfrm>
            <a:off x="1694815" y="808990"/>
            <a:ext cx="8803005" cy="1568450"/>
          </a:xfrm>
          <a:prstGeom prst="rect">
            <a:avLst/>
          </a:prstGeom>
          <a:noFill/>
        </p:spPr>
        <p:txBody>
          <a:bodyPr wrap="square" rtlCol="0">
            <a:spAutoFit/>
          </a:bodyPr>
          <a:p>
            <a:r>
              <a:rPr lang="zh-CN" altLang="en-US" sz="2400"/>
              <a:t>1.传值调用</a:t>
            </a:r>
            <a:endParaRPr lang="zh-CN" altLang="en-US" sz="2400"/>
          </a:p>
          <a:p>
            <a:r>
              <a:rPr lang="zh-CN" altLang="en-US" sz="2400"/>
              <a:t>函数的形参和实参分别占有不同内存块，对形参的修改不会影响实参。所以，我们在不改变函数实参的时候可以使用传值调用。</a:t>
            </a:r>
            <a:endParaRPr lang="zh-CN" altLang="en-US" sz="2400"/>
          </a:p>
          <a:p>
            <a:r>
              <a:rPr lang="zh-CN" altLang="en-US" sz="2400"/>
              <a:t>比如，我们写一个程序计算两个整数的和：</a:t>
            </a:r>
            <a:endParaRPr lang="zh-CN" altLang="en-US" sz="2400"/>
          </a:p>
        </p:txBody>
      </p:sp>
      <p:sp>
        <p:nvSpPr>
          <p:cNvPr id="5" name="文本框 4"/>
          <p:cNvSpPr txBox="1"/>
          <p:nvPr/>
        </p:nvSpPr>
        <p:spPr>
          <a:xfrm>
            <a:off x="1797050" y="2378710"/>
            <a:ext cx="2989580" cy="4399915"/>
          </a:xfrm>
          <a:prstGeom prst="rect">
            <a:avLst/>
          </a:prstGeom>
          <a:noFill/>
        </p:spPr>
        <p:txBody>
          <a:bodyPr wrap="square" rtlCol="0">
            <a:spAutoFit/>
          </a:bodyPr>
          <a:p>
            <a:r>
              <a:rPr lang="zh-CN" altLang="en-US" sz="2000"/>
              <a:t>#include&lt;stdio.h&gt;</a:t>
            </a:r>
            <a:endParaRPr lang="zh-CN" altLang="en-US" sz="2000"/>
          </a:p>
          <a:p>
            <a:r>
              <a:rPr lang="zh-CN" altLang="en-US" sz="2000"/>
              <a:t>int add(int x,int y)</a:t>
            </a:r>
            <a:endParaRPr lang="zh-CN" altLang="en-US" sz="2000"/>
          </a:p>
          <a:p>
            <a:r>
              <a:rPr lang="zh-CN" altLang="en-US" sz="2000"/>
              <a:t>{</a:t>
            </a:r>
            <a:endParaRPr lang="zh-CN" altLang="en-US" sz="2000"/>
          </a:p>
          <a:p>
            <a:r>
              <a:rPr lang="zh-CN" altLang="en-US" sz="2000"/>
              <a:t>    return x+y;</a:t>
            </a:r>
            <a:endParaRPr lang="zh-CN" altLang="en-US" sz="2000"/>
          </a:p>
          <a:p>
            <a:r>
              <a:rPr lang="zh-CN" altLang="en-US" sz="2000"/>
              <a:t>}</a:t>
            </a:r>
            <a:endParaRPr lang="zh-CN" altLang="en-US" sz="2000"/>
          </a:p>
          <a:p>
            <a:r>
              <a:rPr lang="zh-CN" altLang="en-US" sz="2000"/>
              <a:t>int main()</a:t>
            </a:r>
            <a:endParaRPr lang="zh-CN" altLang="en-US" sz="2000"/>
          </a:p>
          <a:p>
            <a:r>
              <a:rPr lang="zh-CN" altLang="en-US" sz="2000"/>
              <a:t>{</a:t>
            </a:r>
            <a:endParaRPr lang="zh-CN" altLang="en-US" sz="2000"/>
          </a:p>
          <a:p>
            <a:r>
              <a:rPr lang="zh-CN" altLang="en-US" sz="2000"/>
              <a:t>    int a = 0;</a:t>
            </a:r>
            <a:endParaRPr lang="zh-CN" altLang="en-US" sz="2000"/>
          </a:p>
          <a:p>
            <a:r>
              <a:rPr lang="zh-CN" altLang="en-US" sz="2000"/>
              <a:t>    int b = 0;</a:t>
            </a:r>
            <a:endParaRPr lang="zh-CN" altLang="en-US" sz="2000"/>
          </a:p>
          <a:p>
            <a:r>
              <a:rPr lang="zh-CN" altLang="en-US" sz="2000"/>
              <a:t>    scanf("%d %d", &amp;a, &amp;b);</a:t>
            </a:r>
            <a:endParaRPr lang="zh-CN" altLang="en-US" sz="2000"/>
          </a:p>
          <a:p>
            <a:r>
              <a:rPr lang="zh-CN" altLang="en-US" sz="2000"/>
              <a:t>    int c= add(a,b);</a:t>
            </a:r>
            <a:endParaRPr lang="zh-CN" altLang="en-US" sz="2000"/>
          </a:p>
          <a:p>
            <a:r>
              <a:rPr lang="zh-CN" altLang="en-US" sz="2000"/>
              <a:t>    printf("%d\n",c);</a:t>
            </a:r>
            <a:endParaRPr lang="zh-CN" altLang="en-US" sz="2000"/>
          </a:p>
          <a:p>
            <a:r>
              <a:rPr lang="zh-CN" altLang="en-US" sz="2000"/>
              <a:t>    return 0;</a:t>
            </a:r>
            <a:endParaRPr lang="zh-CN" altLang="en-US" sz="2000"/>
          </a:p>
          <a:p>
            <a:r>
              <a:rPr lang="zh-CN" altLang="en-US" sz="2000"/>
              <a:t>}</a:t>
            </a:r>
            <a:endParaRPr lang="zh-CN" altLang="en-US" sz="2000"/>
          </a:p>
        </p:txBody>
      </p:sp>
      <p:sp>
        <p:nvSpPr>
          <p:cNvPr id="6" name="文本框 5"/>
          <p:cNvSpPr txBox="1"/>
          <p:nvPr/>
        </p:nvSpPr>
        <p:spPr>
          <a:xfrm>
            <a:off x="7661275" y="1906270"/>
            <a:ext cx="4064000" cy="5077460"/>
          </a:xfrm>
          <a:prstGeom prst="rect">
            <a:avLst/>
          </a:prstGeom>
          <a:noFill/>
        </p:spPr>
        <p:txBody>
          <a:bodyPr wrap="square" rtlCol="0">
            <a:spAutoFit/>
          </a:bodyPr>
          <a:p>
            <a:r>
              <a:rPr lang="zh-CN" altLang="en-US">
                <a:solidFill>
                  <a:schemeClr val="tx1">
                    <a:lumMod val="75000"/>
                    <a:lumOff val="25000"/>
                  </a:schemeClr>
                </a:solidFill>
                <a:highlight>
                  <a:srgbClr val="FFFF00"/>
                </a:highlight>
              </a:rPr>
              <a:t>#include&lt;stdio.h&gt;</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void swap(int</a:t>
            </a:r>
            <a:r>
              <a:rPr lang="en-US" altLang="zh-CN">
                <a:solidFill>
                  <a:schemeClr val="tx1">
                    <a:lumMod val="75000"/>
                    <a:lumOff val="25000"/>
                  </a:schemeClr>
                </a:solidFill>
                <a:highlight>
                  <a:srgbClr val="FFFF00"/>
                </a:highlight>
              </a:rPr>
              <a:t> </a:t>
            </a:r>
            <a:r>
              <a:rPr lang="zh-CN" altLang="en-US">
                <a:solidFill>
                  <a:schemeClr val="tx1">
                    <a:lumMod val="75000"/>
                    <a:lumOff val="25000"/>
                  </a:schemeClr>
                </a:solidFill>
                <a:highlight>
                  <a:srgbClr val="FFFF00"/>
                </a:highlight>
              </a:rPr>
              <a:t>a, int</a:t>
            </a:r>
            <a:r>
              <a:rPr lang="en-US" altLang="zh-CN">
                <a:solidFill>
                  <a:schemeClr val="tx1">
                    <a:lumMod val="75000"/>
                    <a:lumOff val="25000"/>
                  </a:schemeClr>
                </a:solidFill>
                <a:highlight>
                  <a:srgbClr val="FFFF00"/>
                </a:highlight>
              </a:rPr>
              <a:t> </a:t>
            </a:r>
            <a:r>
              <a:rPr lang="zh-CN" altLang="en-US">
                <a:solidFill>
                  <a:schemeClr val="tx1">
                    <a:lumMod val="75000"/>
                    <a:lumOff val="25000"/>
                  </a:schemeClr>
                </a:solidFill>
                <a:highlight>
                  <a:srgbClr val="FFFF00"/>
                </a:highlight>
              </a:rPr>
              <a:t>b)</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    int temp = 0;</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    temp = a;</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    a = b;</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    b = temp;</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int main()</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    int a = 0;</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    int b = 0;</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    scanf("%d %d", &amp;a, &amp;b);</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    printf("交换前：a=%d，b=%d\n", a, b);</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    swap(&amp;a, &amp;b);</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    printf("交换前：a=%d，b=%d\n", a, b);</a:t>
            </a:r>
            <a:endParaRPr lang="zh-CN" altLang="en-US">
              <a:solidFill>
                <a:schemeClr val="tx1">
                  <a:lumMod val="75000"/>
                  <a:lumOff val="25000"/>
                </a:schemeClr>
              </a:solidFill>
              <a:highlight>
                <a:srgbClr val="FFFF00"/>
              </a:highlight>
            </a:endParaRPr>
          </a:p>
          <a:p>
            <a:r>
              <a:rPr lang="zh-CN" altLang="en-US">
                <a:solidFill>
                  <a:schemeClr val="tx1">
                    <a:lumMod val="75000"/>
                    <a:lumOff val="25000"/>
                  </a:schemeClr>
                </a:solidFill>
                <a:highlight>
                  <a:srgbClr val="FFFF00"/>
                </a:highlight>
              </a:rPr>
              <a:t>    return 0;</a:t>
            </a:r>
            <a:endParaRPr lang="zh-CN" altLang="en-US">
              <a:solidFill>
                <a:schemeClr val="tx1">
                  <a:lumMod val="75000"/>
                  <a:lumOff val="25000"/>
                </a:schemeClr>
              </a:solidFill>
              <a:highlight>
                <a:srgbClr val="FFFF00"/>
              </a:highlight>
            </a:endParaRPr>
          </a:p>
          <a:p>
            <a:r>
              <a:rPr lang="zh-CN" altLang="en-US">
                <a:highlight>
                  <a:srgbClr val="FFFF00"/>
                </a:highlight>
              </a:rPr>
              <a:t>}</a:t>
            </a:r>
            <a:endParaRPr lang="zh-CN" altLang="en-US">
              <a:highlight>
                <a:srgbClr val="FFFF00"/>
              </a:highlight>
            </a:endParaRPr>
          </a:p>
        </p:txBody>
      </p:sp>
      <p:sp>
        <p:nvSpPr>
          <p:cNvPr id="7" name="文本框 6"/>
          <p:cNvSpPr txBox="1"/>
          <p:nvPr/>
        </p:nvSpPr>
        <p:spPr>
          <a:xfrm>
            <a:off x="4786630" y="3300730"/>
            <a:ext cx="4437380" cy="448945"/>
          </a:xfrm>
          <a:prstGeom prst="rect">
            <a:avLst/>
          </a:prstGeom>
          <a:noFill/>
        </p:spPr>
        <p:txBody>
          <a:bodyPr wrap="square" rtlCol="0">
            <a:noAutofit/>
          </a:bodyPr>
          <a:p>
            <a:r>
              <a:rPr lang="zh-CN" altLang="en-US">
                <a:highlight>
                  <a:srgbClr val="FF0000"/>
                </a:highlight>
              </a:rPr>
              <a:t>交换前：</a:t>
            </a:r>
            <a:r>
              <a:rPr lang="en-US" altLang="zh-CN">
                <a:highlight>
                  <a:srgbClr val="FF0000"/>
                </a:highlight>
              </a:rPr>
              <a:t>a = 10,b = 20</a:t>
            </a:r>
            <a:endParaRPr lang="en-US" altLang="zh-CN">
              <a:highlight>
                <a:srgbClr val="FF0000"/>
              </a:highlight>
            </a:endParaRPr>
          </a:p>
          <a:p>
            <a:endParaRPr lang="zh-CN" altLang="en-US">
              <a:highlight>
                <a:srgbClr val="FF0000"/>
              </a:highlight>
            </a:endParaRPr>
          </a:p>
        </p:txBody>
      </p:sp>
      <p:sp>
        <p:nvSpPr>
          <p:cNvPr id="8" name="文本框 7"/>
          <p:cNvSpPr txBox="1"/>
          <p:nvPr/>
        </p:nvSpPr>
        <p:spPr>
          <a:xfrm>
            <a:off x="4835525" y="3883025"/>
            <a:ext cx="4681220" cy="817245"/>
          </a:xfrm>
          <a:prstGeom prst="rect">
            <a:avLst/>
          </a:prstGeom>
          <a:noFill/>
        </p:spPr>
        <p:txBody>
          <a:bodyPr wrap="square" rtlCol="0">
            <a:noAutofit/>
          </a:bodyPr>
          <a:p>
            <a:r>
              <a:rPr lang="zh-CN" altLang="en-US">
                <a:highlight>
                  <a:srgbClr val="00FF00"/>
                </a:highlight>
                <a:sym typeface="+mn-ea"/>
              </a:rPr>
              <a:t>交换后：</a:t>
            </a:r>
            <a:r>
              <a:rPr lang="en-US" altLang="zh-CN">
                <a:highlight>
                  <a:srgbClr val="00FF00"/>
                </a:highlight>
                <a:sym typeface="+mn-ea"/>
              </a:rPr>
              <a:t>a = 10,b = 20</a:t>
            </a:r>
            <a:endParaRPr lang="en-US" altLang="zh-CN">
              <a:highlight>
                <a:srgbClr val="00FF00"/>
              </a:highlight>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P spid="8" grpId="0"/>
      <p:bldP spid="8"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46910" y="735330"/>
            <a:ext cx="4064000" cy="5077460"/>
          </a:xfrm>
          <a:prstGeom prst="rect">
            <a:avLst/>
          </a:prstGeom>
          <a:noFill/>
        </p:spPr>
        <p:txBody>
          <a:bodyPr wrap="square" rtlCol="0">
            <a:spAutoFit/>
          </a:bodyPr>
          <a:p>
            <a:r>
              <a:rPr lang="zh-CN" altLang="en-US">
                <a:highlight>
                  <a:srgbClr val="FFFF00"/>
                </a:highlight>
              </a:rPr>
              <a:t>#include&lt;stdio.h&gt;</a:t>
            </a:r>
            <a:endParaRPr lang="zh-CN" altLang="en-US">
              <a:highlight>
                <a:srgbClr val="FFFF00"/>
              </a:highlight>
            </a:endParaRPr>
          </a:p>
          <a:p>
            <a:r>
              <a:rPr lang="zh-CN" altLang="en-US">
                <a:highlight>
                  <a:srgbClr val="FFFF00"/>
                </a:highlight>
              </a:rPr>
              <a:t>void swap(</a:t>
            </a:r>
            <a:r>
              <a:rPr lang="zh-CN" altLang="en-US">
                <a:solidFill>
                  <a:srgbClr val="FF0000"/>
                </a:solidFill>
                <a:highlight>
                  <a:srgbClr val="FFFF00"/>
                </a:highlight>
              </a:rPr>
              <a:t>int* pa, int* pb</a:t>
            </a:r>
            <a:r>
              <a:rPr lang="zh-CN" altLang="en-US">
                <a:highlight>
                  <a:srgbClr val="FFFF00"/>
                </a:highlight>
              </a:rPr>
              <a:t>)</a:t>
            </a:r>
            <a:endParaRPr lang="zh-CN" altLang="en-US">
              <a:highlight>
                <a:srgbClr val="FFFF00"/>
              </a:highlight>
            </a:endParaRPr>
          </a:p>
          <a:p>
            <a:r>
              <a:rPr lang="zh-CN" altLang="en-US">
                <a:highlight>
                  <a:srgbClr val="FFFF00"/>
                </a:highlight>
              </a:rPr>
              <a:t>{</a:t>
            </a:r>
            <a:endParaRPr lang="zh-CN" altLang="en-US">
              <a:highlight>
                <a:srgbClr val="FFFF00"/>
              </a:highlight>
            </a:endParaRPr>
          </a:p>
          <a:p>
            <a:r>
              <a:rPr lang="zh-CN" altLang="en-US">
                <a:solidFill>
                  <a:srgbClr val="FF0000"/>
                </a:solidFill>
                <a:highlight>
                  <a:srgbClr val="FFFF00"/>
                </a:highlight>
              </a:rPr>
              <a:t>    int temp = 0;</a:t>
            </a:r>
            <a:endParaRPr lang="zh-CN" altLang="en-US">
              <a:solidFill>
                <a:srgbClr val="FF0000"/>
              </a:solidFill>
              <a:highlight>
                <a:srgbClr val="FFFF00"/>
              </a:highlight>
            </a:endParaRPr>
          </a:p>
          <a:p>
            <a:r>
              <a:rPr lang="zh-CN" altLang="en-US">
                <a:solidFill>
                  <a:srgbClr val="FF0000"/>
                </a:solidFill>
                <a:highlight>
                  <a:srgbClr val="FFFF00"/>
                </a:highlight>
              </a:rPr>
              <a:t>    temp = *pa;</a:t>
            </a:r>
            <a:endParaRPr lang="zh-CN" altLang="en-US">
              <a:solidFill>
                <a:srgbClr val="FF0000"/>
              </a:solidFill>
              <a:highlight>
                <a:srgbClr val="FFFF00"/>
              </a:highlight>
            </a:endParaRPr>
          </a:p>
          <a:p>
            <a:r>
              <a:rPr lang="zh-CN" altLang="en-US">
                <a:solidFill>
                  <a:srgbClr val="FF0000"/>
                </a:solidFill>
                <a:highlight>
                  <a:srgbClr val="FFFF00"/>
                </a:highlight>
              </a:rPr>
              <a:t>    *pa = *pb;</a:t>
            </a:r>
            <a:endParaRPr lang="zh-CN" altLang="en-US">
              <a:solidFill>
                <a:srgbClr val="FF0000"/>
              </a:solidFill>
              <a:highlight>
                <a:srgbClr val="FFFF00"/>
              </a:highlight>
            </a:endParaRPr>
          </a:p>
          <a:p>
            <a:r>
              <a:rPr lang="zh-CN" altLang="en-US">
                <a:solidFill>
                  <a:srgbClr val="FF0000"/>
                </a:solidFill>
                <a:highlight>
                  <a:srgbClr val="FFFF00"/>
                </a:highlight>
              </a:rPr>
              <a:t>    *pb = temp;</a:t>
            </a:r>
            <a:endParaRPr lang="zh-CN" altLang="en-US">
              <a:solidFill>
                <a:srgbClr val="FF0000"/>
              </a:solidFill>
              <a:highlight>
                <a:srgbClr val="FFFF00"/>
              </a:highlight>
            </a:endParaRPr>
          </a:p>
          <a:p>
            <a:r>
              <a:rPr lang="zh-CN" altLang="en-US">
                <a:highlight>
                  <a:srgbClr val="FFFF00"/>
                </a:highlight>
              </a:rPr>
              <a:t>}</a:t>
            </a:r>
            <a:endParaRPr lang="zh-CN" altLang="en-US">
              <a:highlight>
                <a:srgbClr val="FFFF00"/>
              </a:highlight>
            </a:endParaRPr>
          </a:p>
          <a:p>
            <a:r>
              <a:rPr lang="zh-CN" altLang="en-US">
                <a:highlight>
                  <a:srgbClr val="FFFF00"/>
                </a:highlight>
              </a:rPr>
              <a:t>int main()</a:t>
            </a:r>
            <a:endParaRPr lang="zh-CN" altLang="en-US">
              <a:highlight>
                <a:srgbClr val="FFFF00"/>
              </a:highlight>
            </a:endParaRPr>
          </a:p>
          <a:p>
            <a:r>
              <a:rPr lang="zh-CN" altLang="en-US">
                <a:highlight>
                  <a:srgbClr val="FFFF00"/>
                </a:highlight>
              </a:rPr>
              <a:t>{</a:t>
            </a:r>
            <a:endParaRPr lang="zh-CN" altLang="en-US">
              <a:highlight>
                <a:srgbClr val="FFFF00"/>
              </a:highlight>
            </a:endParaRPr>
          </a:p>
          <a:p>
            <a:r>
              <a:rPr lang="zh-CN" altLang="en-US">
                <a:highlight>
                  <a:srgbClr val="FFFF00"/>
                </a:highlight>
              </a:rPr>
              <a:t>    int a = 0;</a:t>
            </a:r>
            <a:endParaRPr lang="zh-CN" altLang="en-US">
              <a:highlight>
                <a:srgbClr val="FFFF00"/>
              </a:highlight>
            </a:endParaRPr>
          </a:p>
          <a:p>
            <a:r>
              <a:rPr lang="zh-CN" altLang="en-US">
                <a:highlight>
                  <a:srgbClr val="FFFF00"/>
                </a:highlight>
              </a:rPr>
              <a:t>    int b = 0;</a:t>
            </a:r>
            <a:endParaRPr lang="zh-CN" altLang="en-US">
              <a:highlight>
                <a:srgbClr val="FFFF00"/>
              </a:highlight>
            </a:endParaRPr>
          </a:p>
          <a:p>
            <a:r>
              <a:rPr lang="zh-CN" altLang="en-US">
                <a:highlight>
                  <a:srgbClr val="FFFF00"/>
                </a:highlight>
              </a:rPr>
              <a:t>    scanf("%d %d", &amp;a, &amp;b);</a:t>
            </a:r>
            <a:endParaRPr lang="zh-CN" altLang="en-US">
              <a:highlight>
                <a:srgbClr val="FFFF00"/>
              </a:highlight>
            </a:endParaRPr>
          </a:p>
          <a:p>
            <a:r>
              <a:rPr lang="zh-CN" altLang="en-US">
                <a:highlight>
                  <a:srgbClr val="FFFF00"/>
                </a:highlight>
              </a:rPr>
              <a:t>    printf("交换前：a=%d，b=%d\n", a, b);</a:t>
            </a:r>
            <a:endParaRPr lang="zh-CN" altLang="en-US">
              <a:highlight>
                <a:srgbClr val="FFFF00"/>
              </a:highlight>
            </a:endParaRPr>
          </a:p>
          <a:p>
            <a:r>
              <a:rPr lang="zh-CN" altLang="en-US">
                <a:highlight>
                  <a:srgbClr val="FFFF00"/>
                </a:highlight>
              </a:rPr>
              <a:t>    swap(&amp;a, &amp;b);</a:t>
            </a:r>
            <a:endParaRPr lang="zh-CN" altLang="en-US">
              <a:highlight>
                <a:srgbClr val="FFFF00"/>
              </a:highlight>
            </a:endParaRPr>
          </a:p>
          <a:p>
            <a:r>
              <a:rPr lang="zh-CN" altLang="en-US">
                <a:highlight>
                  <a:srgbClr val="FFFF00"/>
                </a:highlight>
              </a:rPr>
              <a:t>    printf("交换前：a=%d，b=%d\n", a, b);</a:t>
            </a:r>
            <a:endParaRPr lang="zh-CN" altLang="en-US">
              <a:highlight>
                <a:srgbClr val="FFFF00"/>
              </a:highlight>
            </a:endParaRPr>
          </a:p>
          <a:p>
            <a:r>
              <a:rPr lang="zh-CN" altLang="en-US">
                <a:highlight>
                  <a:srgbClr val="FFFF00"/>
                </a:highlight>
              </a:rPr>
              <a:t>    return 0;</a:t>
            </a:r>
            <a:endParaRPr lang="zh-CN" altLang="en-US">
              <a:highlight>
                <a:srgbClr val="FFFF00"/>
              </a:highlight>
            </a:endParaRPr>
          </a:p>
          <a:p>
            <a:r>
              <a:rPr lang="zh-CN" altLang="en-US">
                <a:highlight>
                  <a:srgbClr val="FFFF00"/>
                </a:highlight>
              </a:rPr>
              <a:t>}</a:t>
            </a:r>
            <a:endParaRPr lang="zh-CN" altLang="en-US">
              <a:highlight>
                <a:srgbClr val="FFFF00"/>
              </a:highlight>
            </a:endParaRPr>
          </a:p>
        </p:txBody>
      </p:sp>
      <p:sp>
        <p:nvSpPr>
          <p:cNvPr id="3" name="文本框 2"/>
          <p:cNvSpPr txBox="1"/>
          <p:nvPr/>
        </p:nvSpPr>
        <p:spPr>
          <a:xfrm>
            <a:off x="6168390" y="1484630"/>
            <a:ext cx="4064000" cy="922020"/>
          </a:xfrm>
          <a:prstGeom prst="rect">
            <a:avLst/>
          </a:prstGeom>
          <a:noFill/>
        </p:spPr>
        <p:txBody>
          <a:bodyPr wrap="square" rtlCol="0">
            <a:spAutoFit/>
          </a:bodyPr>
          <a:p>
            <a:r>
              <a:rPr lang="zh-CN" altLang="en-US">
                <a:highlight>
                  <a:srgbClr val="FF0000"/>
                </a:highlight>
                <a:sym typeface="+mn-ea"/>
              </a:rPr>
              <a:t>交换前：</a:t>
            </a:r>
            <a:r>
              <a:rPr lang="en-US" altLang="zh-CN">
                <a:highlight>
                  <a:srgbClr val="FF0000"/>
                </a:highlight>
                <a:sym typeface="+mn-ea"/>
              </a:rPr>
              <a:t>a = 10,b = 20</a:t>
            </a:r>
            <a:endParaRPr lang="en-US" altLang="zh-CN">
              <a:highlight>
                <a:srgbClr val="FF0000"/>
              </a:highlight>
            </a:endParaRPr>
          </a:p>
          <a:p>
            <a:endParaRPr lang="zh-CN" altLang="en-US">
              <a:highlight>
                <a:srgbClr val="FF0000"/>
              </a:highlight>
            </a:endParaRPr>
          </a:p>
          <a:p>
            <a:endParaRPr lang="zh-CN" altLang="en-US"/>
          </a:p>
        </p:txBody>
      </p:sp>
      <p:sp>
        <p:nvSpPr>
          <p:cNvPr id="4" name="文本框 3"/>
          <p:cNvSpPr txBox="1"/>
          <p:nvPr/>
        </p:nvSpPr>
        <p:spPr>
          <a:xfrm>
            <a:off x="6168390" y="2204720"/>
            <a:ext cx="4064000" cy="645160"/>
          </a:xfrm>
          <a:prstGeom prst="rect">
            <a:avLst/>
          </a:prstGeom>
          <a:noFill/>
        </p:spPr>
        <p:txBody>
          <a:bodyPr wrap="square" rtlCol="0">
            <a:spAutoFit/>
          </a:bodyPr>
          <a:p>
            <a:r>
              <a:rPr lang="zh-CN" altLang="en-US">
                <a:highlight>
                  <a:srgbClr val="00FF00"/>
                </a:highlight>
                <a:sym typeface="+mn-ea"/>
              </a:rPr>
              <a:t>交换后：</a:t>
            </a:r>
            <a:r>
              <a:rPr lang="en-US" altLang="zh-CN">
                <a:highlight>
                  <a:srgbClr val="00FF00"/>
                </a:highlight>
                <a:sym typeface="+mn-ea"/>
              </a:rPr>
              <a:t>a = 20,b = 10</a:t>
            </a:r>
            <a:endParaRPr lang="en-US" altLang="zh-CN">
              <a:highlight>
                <a:srgbClr val="00FF00"/>
              </a:highlight>
              <a:sym typeface="+mn-ea"/>
            </a:endParaRPr>
          </a:p>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p:bldP spid="4" grpId="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567940" y="269240"/>
            <a:ext cx="8718550" cy="2306955"/>
          </a:xfrm>
          <a:prstGeom prst="rect">
            <a:avLst/>
          </a:prstGeom>
          <a:noFill/>
        </p:spPr>
        <p:txBody>
          <a:bodyPr wrap="square" rtlCol="0">
            <a:spAutoFit/>
          </a:bodyPr>
          <a:p>
            <a:r>
              <a:rPr lang="zh-CN" altLang="en-US" sz="2400">
                <a:sym typeface="+mn-ea"/>
              </a:rPr>
              <a:t>2.传址调用</a:t>
            </a:r>
            <a:endParaRPr lang="zh-CN" altLang="en-US" sz="2400">
              <a:sym typeface="+mn-ea"/>
            </a:endParaRPr>
          </a:p>
          <a:p>
            <a:r>
              <a:rPr lang="zh-CN" altLang="en-US" sz="2400">
                <a:sym typeface="+mn-ea"/>
              </a:rPr>
              <a:t>传址调用是把函数外部创建变量的内存地址传递给函数参数的一种调用函数的方式。这种传参方式可以让函数和函数外边的变量建立起真正的联系，也就是函数内部可以直接操作函数外部的变量。</a:t>
            </a:r>
            <a:endParaRPr lang="zh-CN" altLang="en-US" sz="2400">
              <a:sym typeface="+mn-ea"/>
            </a:endParaRPr>
          </a:p>
          <a:p>
            <a:endParaRPr lang="zh-CN" altLang="en-US" sz="2400">
              <a:sym typeface="+mn-ea"/>
            </a:endParaRPr>
          </a:p>
        </p:txBody>
      </p:sp>
      <p:sp>
        <p:nvSpPr>
          <p:cNvPr id="3" name="文本框 2"/>
          <p:cNvSpPr txBox="1"/>
          <p:nvPr/>
        </p:nvSpPr>
        <p:spPr>
          <a:xfrm>
            <a:off x="1055370" y="5876925"/>
            <a:ext cx="9989820" cy="706755"/>
          </a:xfrm>
          <a:prstGeom prst="rect">
            <a:avLst/>
          </a:prstGeom>
          <a:noFill/>
        </p:spPr>
        <p:txBody>
          <a:bodyPr wrap="square" rtlCol="0">
            <a:spAutoFit/>
          </a:bodyPr>
          <a:p>
            <a:r>
              <a:rPr lang="zh-CN" altLang="en-US" sz="2000">
                <a:solidFill>
                  <a:srgbClr val="FF0000"/>
                </a:solidFill>
              </a:rPr>
              <a:t>在这个程序中，我们改变了a和b的数值，这时我们就需要使用传址调用，因为在传值调用中形参的改变是不会影响实参的。</a:t>
            </a:r>
            <a:endParaRPr lang="zh-CN" altLang="en-US" sz="2000">
              <a:solidFill>
                <a:srgbClr val="FF0000"/>
              </a:solidFill>
            </a:endParaRPr>
          </a:p>
        </p:txBody>
      </p:sp>
      <p:sp>
        <p:nvSpPr>
          <p:cNvPr id="4" name="文本框 3"/>
          <p:cNvSpPr txBox="1"/>
          <p:nvPr/>
        </p:nvSpPr>
        <p:spPr>
          <a:xfrm>
            <a:off x="7320280" y="1709420"/>
            <a:ext cx="4064000" cy="4184650"/>
          </a:xfrm>
          <a:prstGeom prst="rect">
            <a:avLst/>
          </a:prstGeom>
          <a:noFill/>
        </p:spPr>
        <p:txBody>
          <a:bodyPr wrap="square" rtlCol="0">
            <a:spAutoFit/>
          </a:bodyPr>
          <a:p>
            <a:r>
              <a:rPr lang="zh-CN" altLang="en-US" sz="1400">
                <a:highlight>
                  <a:srgbClr val="FFFF00"/>
                </a:highlight>
                <a:sym typeface="+mn-ea"/>
              </a:rPr>
              <a:t>#include&lt;stdio.h&gt;</a:t>
            </a:r>
            <a:endParaRPr lang="zh-CN" altLang="en-US" sz="1400">
              <a:highlight>
                <a:srgbClr val="FFFF00"/>
              </a:highlight>
            </a:endParaRPr>
          </a:p>
          <a:p>
            <a:r>
              <a:rPr lang="zh-CN" altLang="en-US" sz="1400">
                <a:highlight>
                  <a:srgbClr val="FFFF00"/>
                </a:highlight>
                <a:sym typeface="+mn-ea"/>
              </a:rPr>
              <a:t>void swap(</a:t>
            </a:r>
            <a:r>
              <a:rPr lang="zh-CN" altLang="en-US" sz="1400">
                <a:solidFill>
                  <a:srgbClr val="FF0000"/>
                </a:solidFill>
                <a:highlight>
                  <a:srgbClr val="FFFF00"/>
                </a:highlight>
                <a:sym typeface="+mn-ea"/>
              </a:rPr>
              <a:t>int* pa, int* pb</a:t>
            </a:r>
            <a:r>
              <a:rPr lang="zh-CN" altLang="en-US" sz="1400">
                <a:highlight>
                  <a:srgbClr val="FFFF00"/>
                </a:highlight>
                <a:sym typeface="+mn-ea"/>
              </a:rPr>
              <a:t>)</a:t>
            </a:r>
            <a:endParaRPr lang="zh-CN" altLang="en-US" sz="1400">
              <a:highlight>
                <a:srgbClr val="FFFF00"/>
              </a:highlight>
            </a:endParaRPr>
          </a:p>
          <a:p>
            <a:r>
              <a:rPr lang="zh-CN" altLang="en-US" sz="1400">
                <a:highlight>
                  <a:srgbClr val="FFFF00"/>
                </a:highlight>
                <a:sym typeface="+mn-ea"/>
              </a:rPr>
              <a:t>{</a:t>
            </a:r>
            <a:endParaRPr lang="zh-CN" altLang="en-US" sz="1400">
              <a:highlight>
                <a:srgbClr val="FFFF00"/>
              </a:highlight>
            </a:endParaRPr>
          </a:p>
          <a:p>
            <a:r>
              <a:rPr lang="zh-CN" altLang="en-US" sz="1400">
                <a:solidFill>
                  <a:srgbClr val="FF0000"/>
                </a:solidFill>
                <a:highlight>
                  <a:srgbClr val="FFFF00"/>
                </a:highlight>
                <a:sym typeface="+mn-ea"/>
              </a:rPr>
              <a:t>    int temp = 0;</a:t>
            </a:r>
            <a:endParaRPr lang="zh-CN" altLang="en-US" sz="1400">
              <a:solidFill>
                <a:srgbClr val="FF0000"/>
              </a:solidFill>
              <a:highlight>
                <a:srgbClr val="FFFF00"/>
              </a:highlight>
            </a:endParaRPr>
          </a:p>
          <a:p>
            <a:r>
              <a:rPr lang="zh-CN" altLang="en-US" sz="1400">
                <a:solidFill>
                  <a:srgbClr val="FF0000"/>
                </a:solidFill>
                <a:highlight>
                  <a:srgbClr val="FFFF00"/>
                </a:highlight>
                <a:sym typeface="+mn-ea"/>
              </a:rPr>
              <a:t>    temp = *pa;</a:t>
            </a:r>
            <a:endParaRPr lang="zh-CN" altLang="en-US" sz="1400">
              <a:solidFill>
                <a:srgbClr val="FF0000"/>
              </a:solidFill>
              <a:highlight>
                <a:srgbClr val="FFFF00"/>
              </a:highlight>
            </a:endParaRPr>
          </a:p>
          <a:p>
            <a:r>
              <a:rPr lang="zh-CN" altLang="en-US" sz="1400">
                <a:solidFill>
                  <a:srgbClr val="FF0000"/>
                </a:solidFill>
                <a:highlight>
                  <a:srgbClr val="FFFF00"/>
                </a:highlight>
                <a:sym typeface="+mn-ea"/>
              </a:rPr>
              <a:t>    *pa = *pb;</a:t>
            </a:r>
            <a:endParaRPr lang="zh-CN" altLang="en-US" sz="1400">
              <a:solidFill>
                <a:srgbClr val="FF0000"/>
              </a:solidFill>
              <a:highlight>
                <a:srgbClr val="FFFF00"/>
              </a:highlight>
            </a:endParaRPr>
          </a:p>
          <a:p>
            <a:r>
              <a:rPr lang="zh-CN" altLang="en-US" sz="1400">
                <a:solidFill>
                  <a:srgbClr val="FF0000"/>
                </a:solidFill>
                <a:highlight>
                  <a:srgbClr val="FFFF00"/>
                </a:highlight>
                <a:sym typeface="+mn-ea"/>
              </a:rPr>
              <a:t>    *pb = temp;</a:t>
            </a:r>
            <a:endParaRPr lang="zh-CN" altLang="en-US" sz="1400">
              <a:solidFill>
                <a:srgbClr val="FF0000"/>
              </a:solidFill>
              <a:highlight>
                <a:srgbClr val="FFFF00"/>
              </a:highlight>
            </a:endParaRPr>
          </a:p>
          <a:p>
            <a:r>
              <a:rPr lang="zh-CN" altLang="en-US" sz="1400">
                <a:highlight>
                  <a:srgbClr val="FFFF00"/>
                </a:highlight>
                <a:sym typeface="+mn-ea"/>
              </a:rPr>
              <a:t>}</a:t>
            </a:r>
            <a:endParaRPr lang="zh-CN" altLang="en-US" sz="1400">
              <a:highlight>
                <a:srgbClr val="FFFF00"/>
              </a:highlight>
            </a:endParaRPr>
          </a:p>
          <a:p>
            <a:r>
              <a:rPr lang="zh-CN" altLang="en-US" sz="1400">
                <a:highlight>
                  <a:srgbClr val="FFFF00"/>
                </a:highlight>
                <a:sym typeface="+mn-ea"/>
              </a:rPr>
              <a:t>int main()</a:t>
            </a:r>
            <a:endParaRPr lang="zh-CN" altLang="en-US" sz="1400">
              <a:highlight>
                <a:srgbClr val="FFFF00"/>
              </a:highlight>
            </a:endParaRPr>
          </a:p>
          <a:p>
            <a:r>
              <a:rPr lang="zh-CN" altLang="en-US" sz="1400">
                <a:highlight>
                  <a:srgbClr val="FFFF00"/>
                </a:highlight>
                <a:sym typeface="+mn-ea"/>
              </a:rPr>
              <a:t>{</a:t>
            </a:r>
            <a:endParaRPr lang="zh-CN" altLang="en-US" sz="1400">
              <a:highlight>
                <a:srgbClr val="FFFF00"/>
              </a:highlight>
            </a:endParaRPr>
          </a:p>
          <a:p>
            <a:r>
              <a:rPr lang="zh-CN" altLang="en-US" sz="1400">
                <a:highlight>
                  <a:srgbClr val="FFFF00"/>
                </a:highlight>
                <a:sym typeface="+mn-ea"/>
              </a:rPr>
              <a:t>    int a = 0;</a:t>
            </a:r>
            <a:endParaRPr lang="zh-CN" altLang="en-US" sz="1400">
              <a:highlight>
                <a:srgbClr val="FFFF00"/>
              </a:highlight>
            </a:endParaRPr>
          </a:p>
          <a:p>
            <a:r>
              <a:rPr lang="zh-CN" altLang="en-US" sz="1400">
                <a:highlight>
                  <a:srgbClr val="FFFF00"/>
                </a:highlight>
                <a:sym typeface="+mn-ea"/>
              </a:rPr>
              <a:t>    int b = 0;</a:t>
            </a:r>
            <a:endParaRPr lang="zh-CN" altLang="en-US" sz="1400">
              <a:highlight>
                <a:srgbClr val="FFFF00"/>
              </a:highlight>
            </a:endParaRPr>
          </a:p>
          <a:p>
            <a:r>
              <a:rPr lang="zh-CN" altLang="en-US" sz="1400">
                <a:highlight>
                  <a:srgbClr val="FFFF00"/>
                </a:highlight>
                <a:sym typeface="+mn-ea"/>
              </a:rPr>
              <a:t>    scanf("%d %d", &amp;a, &amp;b);</a:t>
            </a:r>
            <a:endParaRPr lang="zh-CN" altLang="en-US" sz="1400">
              <a:highlight>
                <a:srgbClr val="FFFF00"/>
              </a:highlight>
            </a:endParaRPr>
          </a:p>
          <a:p>
            <a:r>
              <a:rPr lang="zh-CN" altLang="en-US" sz="1400">
                <a:highlight>
                  <a:srgbClr val="FFFF00"/>
                </a:highlight>
                <a:sym typeface="+mn-ea"/>
              </a:rPr>
              <a:t>    printf("交换前：a=%d，b=%d\n", a, b);</a:t>
            </a:r>
            <a:endParaRPr lang="zh-CN" altLang="en-US" sz="1400">
              <a:highlight>
                <a:srgbClr val="FFFF00"/>
              </a:highlight>
            </a:endParaRPr>
          </a:p>
          <a:p>
            <a:r>
              <a:rPr lang="zh-CN" altLang="en-US" sz="1400">
                <a:highlight>
                  <a:srgbClr val="FFFF00"/>
                </a:highlight>
                <a:sym typeface="+mn-ea"/>
              </a:rPr>
              <a:t>    swap(&amp;a, &amp;b);</a:t>
            </a:r>
            <a:endParaRPr lang="zh-CN" altLang="en-US" sz="1400">
              <a:highlight>
                <a:srgbClr val="FFFF00"/>
              </a:highlight>
            </a:endParaRPr>
          </a:p>
          <a:p>
            <a:r>
              <a:rPr lang="zh-CN" altLang="en-US" sz="1400">
                <a:highlight>
                  <a:srgbClr val="FFFF00"/>
                </a:highlight>
                <a:sym typeface="+mn-ea"/>
              </a:rPr>
              <a:t>    printf("交换前：a=%d，b=%d\n", a, b);</a:t>
            </a:r>
            <a:endParaRPr lang="zh-CN" altLang="en-US" sz="1400">
              <a:highlight>
                <a:srgbClr val="FFFF00"/>
              </a:highlight>
            </a:endParaRPr>
          </a:p>
          <a:p>
            <a:r>
              <a:rPr lang="zh-CN" altLang="en-US" sz="1400">
                <a:highlight>
                  <a:srgbClr val="FFFF00"/>
                </a:highlight>
                <a:sym typeface="+mn-ea"/>
              </a:rPr>
              <a:t>    return 0;</a:t>
            </a:r>
            <a:endParaRPr lang="zh-CN" altLang="en-US" sz="1400">
              <a:highlight>
                <a:srgbClr val="FFFF00"/>
              </a:highlight>
            </a:endParaRPr>
          </a:p>
          <a:p>
            <a:r>
              <a:rPr lang="zh-CN" altLang="en-US" sz="1400">
                <a:highlight>
                  <a:srgbClr val="FFFF00"/>
                </a:highlight>
                <a:sym typeface="+mn-ea"/>
              </a:rPr>
              <a:t>}</a:t>
            </a:r>
            <a:endParaRPr lang="zh-CN" altLang="en-US" sz="1400">
              <a:highlight>
                <a:srgbClr val="FFFF00"/>
              </a:highlight>
            </a:endParaRPr>
          </a:p>
          <a:p>
            <a:endParaRPr lang="zh-CN" altLang="en-US" sz="1400"/>
          </a:p>
        </p:txBody>
      </p:sp>
      <p:sp>
        <p:nvSpPr>
          <p:cNvPr id="5" name="文本框 4"/>
          <p:cNvSpPr txBox="1"/>
          <p:nvPr/>
        </p:nvSpPr>
        <p:spPr>
          <a:xfrm>
            <a:off x="3359785" y="1637030"/>
            <a:ext cx="6096000" cy="4523105"/>
          </a:xfrm>
          <a:prstGeom prst="rect">
            <a:avLst/>
          </a:prstGeom>
          <a:noFill/>
        </p:spPr>
        <p:txBody>
          <a:bodyPr wrap="square" rtlCol="0" anchor="t">
            <a:spAutoFit/>
          </a:bodyPr>
          <a:p>
            <a:r>
              <a:rPr lang="zh-CN" altLang="en-US" sz="1600">
                <a:solidFill>
                  <a:schemeClr val="tx1">
                    <a:lumMod val="75000"/>
                    <a:lumOff val="25000"/>
                  </a:schemeClr>
                </a:solidFill>
                <a:highlight>
                  <a:srgbClr val="FFFF00"/>
                </a:highlight>
                <a:sym typeface="+mn-ea"/>
              </a:rPr>
              <a:t>#include&lt;stdio.h&gt;</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void swap(int</a:t>
            </a:r>
            <a:r>
              <a:rPr lang="en-US" altLang="zh-CN" sz="1600">
                <a:solidFill>
                  <a:schemeClr val="tx1">
                    <a:lumMod val="75000"/>
                    <a:lumOff val="25000"/>
                  </a:schemeClr>
                </a:solidFill>
                <a:highlight>
                  <a:srgbClr val="FFFF00"/>
                </a:highlight>
                <a:sym typeface="+mn-ea"/>
              </a:rPr>
              <a:t> </a:t>
            </a:r>
            <a:r>
              <a:rPr lang="zh-CN" altLang="en-US" sz="1600">
                <a:solidFill>
                  <a:schemeClr val="tx1">
                    <a:lumMod val="75000"/>
                    <a:lumOff val="25000"/>
                  </a:schemeClr>
                </a:solidFill>
                <a:highlight>
                  <a:srgbClr val="FFFF00"/>
                </a:highlight>
                <a:sym typeface="+mn-ea"/>
              </a:rPr>
              <a:t>a, int</a:t>
            </a:r>
            <a:r>
              <a:rPr lang="en-US" altLang="zh-CN" sz="1600">
                <a:solidFill>
                  <a:schemeClr val="tx1">
                    <a:lumMod val="75000"/>
                    <a:lumOff val="25000"/>
                  </a:schemeClr>
                </a:solidFill>
                <a:highlight>
                  <a:srgbClr val="FFFF00"/>
                </a:highlight>
                <a:sym typeface="+mn-ea"/>
              </a:rPr>
              <a:t> </a:t>
            </a:r>
            <a:r>
              <a:rPr lang="zh-CN" altLang="en-US" sz="1600">
                <a:solidFill>
                  <a:schemeClr val="tx1">
                    <a:lumMod val="75000"/>
                    <a:lumOff val="25000"/>
                  </a:schemeClr>
                </a:solidFill>
                <a:highlight>
                  <a:srgbClr val="FFFF00"/>
                </a:highlight>
                <a:sym typeface="+mn-ea"/>
              </a:rPr>
              <a:t>b)</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    int temp = 0;</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    temp = a;</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    a = b;</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    b = temp;</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int main()</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    int a = 0;</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    int b = 0;</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    scanf("%d %d", &amp;a, &amp;b);</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    printf("交换前：a=%d，b=%d\n", a, b);</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    swap(&amp;a, &amp;b);</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    printf("交换前：a=%d，b=%d\n", a, b);</a:t>
            </a:r>
            <a:endParaRPr lang="zh-CN" altLang="en-US" sz="1600">
              <a:solidFill>
                <a:schemeClr val="tx1">
                  <a:lumMod val="75000"/>
                  <a:lumOff val="25000"/>
                </a:schemeClr>
              </a:solidFill>
              <a:highlight>
                <a:srgbClr val="FFFF00"/>
              </a:highlight>
            </a:endParaRPr>
          </a:p>
          <a:p>
            <a:r>
              <a:rPr lang="zh-CN" altLang="en-US" sz="1600">
                <a:solidFill>
                  <a:schemeClr val="tx1">
                    <a:lumMod val="75000"/>
                    <a:lumOff val="25000"/>
                  </a:schemeClr>
                </a:solidFill>
                <a:highlight>
                  <a:srgbClr val="FFFF00"/>
                </a:highlight>
                <a:sym typeface="+mn-ea"/>
              </a:rPr>
              <a:t>    return 0;</a:t>
            </a:r>
            <a:endParaRPr lang="zh-CN" altLang="en-US" sz="1600">
              <a:solidFill>
                <a:schemeClr val="tx1">
                  <a:lumMod val="75000"/>
                  <a:lumOff val="25000"/>
                </a:schemeClr>
              </a:solidFill>
              <a:highlight>
                <a:srgbClr val="FFFF00"/>
              </a:highlight>
            </a:endParaRPr>
          </a:p>
          <a:p>
            <a:r>
              <a:rPr lang="zh-CN" altLang="en-US" sz="1600">
                <a:highlight>
                  <a:srgbClr val="FFFF00"/>
                </a:highlight>
                <a:sym typeface="+mn-ea"/>
              </a:rPr>
              <a:t>}</a:t>
            </a:r>
            <a:endParaRPr lang="zh-CN" altLang="en-US" sz="1600">
              <a:highlight>
                <a:srgbClr val="FFFF00"/>
              </a:highlight>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p:tgtEl>
                                          <p:spTgt spid="3"/>
                                        </p:tgtEl>
                                        <p:attrNameLst>
                                          <p:attrName>ppt_y</p:attrName>
                                        </p:attrNameLst>
                                      </p:cBhvr>
                                      <p:tavLst>
                                        <p:tav tm="0">
                                          <p:val>
                                            <p:strVal val="#ppt_y+#ppt_h*1.125000"/>
                                          </p:val>
                                        </p:tav>
                                        <p:tav tm="100000">
                                          <p:val>
                                            <p:strVal val="#ppt_y"/>
                                          </p:val>
                                        </p:tav>
                                      </p:tavLst>
                                    </p:anim>
                                    <p:animEffect transition="in" filter="wipe(up)">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4" grpId="0"/>
      <p:bldP spid="4" grpId="1"/>
      <p:bldP spid="3" grpId="0"/>
      <p:bldP spid="3" grpId="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575685" y="620395"/>
            <a:ext cx="4064000" cy="645160"/>
          </a:xfrm>
          <a:prstGeom prst="rect">
            <a:avLst/>
          </a:prstGeom>
          <a:noFill/>
        </p:spPr>
        <p:txBody>
          <a:bodyPr wrap="square" rtlCol="0">
            <a:spAutoFit/>
          </a:bodyPr>
          <a:p>
            <a:r>
              <a:rPr lang="zh-CN" altLang="en-US" sz="3600"/>
              <a:t>函数的递归</a:t>
            </a:r>
            <a:endParaRPr lang="zh-CN" altLang="en-US" sz="3600"/>
          </a:p>
        </p:txBody>
      </p:sp>
      <p:sp>
        <p:nvSpPr>
          <p:cNvPr id="4" name="文本框 3"/>
          <p:cNvSpPr txBox="1"/>
          <p:nvPr/>
        </p:nvSpPr>
        <p:spPr>
          <a:xfrm>
            <a:off x="558800" y="1743710"/>
            <a:ext cx="10364470" cy="1296670"/>
          </a:xfrm>
          <a:prstGeom prst="rect">
            <a:avLst/>
          </a:prstGeom>
          <a:noFill/>
        </p:spPr>
        <p:txBody>
          <a:bodyPr wrap="square" rtlCol="0">
            <a:noAutofit/>
          </a:bodyPr>
          <a:p>
            <a:r>
              <a:rPr lang="zh-CN" altLang="en-US" sz="2000"/>
              <a:t>概念：在一个过程或函数执行过程中直接或间接的调用自己本身，这就称为递归调用。C 语言中允许函数递归，在函数中直接调用函数本身称为直接递归调用。在函数中调用其他函数，其他函数又调用原函数，称为间接递归调用。</a:t>
            </a:r>
            <a:endParaRPr lang="zh-CN" altLang="en-US" sz="2000"/>
          </a:p>
        </p:txBody>
      </p:sp>
      <p:pic>
        <p:nvPicPr>
          <p:cNvPr id="100" name="图片 99"/>
          <p:cNvPicPr/>
          <p:nvPr>
            <p:custDataLst>
              <p:tags r:id="rId1"/>
            </p:custDataLst>
          </p:nvPr>
        </p:nvPicPr>
        <p:blipFill>
          <a:blip r:embed="rId2"/>
          <a:stretch>
            <a:fillRect/>
          </a:stretch>
        </p:blipFill>
        <p:spPr>
          <a:xfrm>
            <a:off x="1055370" y="2996565"/>
            <a:ext cx="9605010" cy="3565525"/>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5000" b="-5000"/>
          </a:stretch>
        </a:blipFill>
        <a:effectLst/>
      </p:bgPr>
    </p:bg>
    <p:spTree>
      <p:nvGrpSpPr>
        <p:cNvPr id="1" name=""/>
        <p:cNvGrpSpPr/>
        <p:nvPr/>
      </p:nvGrpSpPr>
      <p:grpSpPr>
        <a:xfrm>
          <a:off x="0" y="0"/>
          <a:ext cx="0" cy="0"/>
          <a:chOff x="0" y="0"/>
          <a:chExt cx="0" cy="0"/>
        </a:xfrm>
      </p:grpSpPr>
      <p:sp>
        <p:nvSpPr>
          <p:cNvPr id="53" name="矩形 52"/>
          <p:cNvSpPr/>
          <p:nvPr/>
        </p:nvSpPr>
        <p:spPr>
          <a:xfrm>
            <a:off x="-22860" y="2060803"/>
            <a:ext cx="12215086" cy="2807581"/>
          </a:xfrm>
          <a:prstGeom prst="rect">
            <a:avLst/>
          </a:prstGeom>
          <a:solidFill>
            <a:srgbClr val="5B5E7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23"/>
          <p:cNvSpPr/>
          <p:nvPr/>
        </p:nvSpPr>
        <p:spPr>
          <a:xfrm>
            <a:off x="4800193" y="2225246"/>
            <a:ext cx="7414893" cy="2575593"/>
          </a:xfrm>
          <a:custGeom>
            <a:avLst/>
            <a:gdLst>
              <a:gd name="connsiteX0" fmla="*/ 0 w 6480720"/>
              <a:gd name="connsiteY0" fmla="*/ 0 h 3104728"/>
              <a:gd name="connsiteX1" fmla="*/ 6480720 w 6480720"/>
              <a:gd name="connsiteY1" fmla="*/ 0 h 3104728"/>
              <a:gd name="connsiteX2" fmla="*/ 6480720 w 6480720"/>
              <a:gd name="connsiteY2" fmla="*/ 3104728 h 3104728"/>
              <a:gd name="connsiteX3" fmla="*/ 0 w 6480720"/>
              <a:gd name="connsiteY3" fmla="*/ 3104728 h 3104728"/>
              <a:gd name="connsiteX4" fmla="*/ 0 w 6480720"/>
              <a:gd name="connsiteY4" fmla="*/ 0 h 3104728"/>
              <a:gd name="connsiteX0-1" fmla="*/ 1190065 w 6480720"/>
              <a:gd name="connsiteY0-2" fmla="*/ 0 h 3104728"/>
              <a:gd name="connsiteX1-3" fmla="*/ 6480720 w 6480720"/>
              <a:gd name="connsiteY1-4" fmla="*/ 0 h 3104728"/>
              <a:gd name="connsiteX2-5" fmla="*/ 6480720 w 6480720"/>
              <a:gd name="connsiteY2-6" fmla="*/ 3104728 h 3104728"/>
              <a:gd name="connsiteX3-7" fmla="*/ 0 w 6480720"/>
              <a:gd name="connsiteY3-8" fmla="*/ 3104728 h 3104728"/>
              <a:gd name="connsiteX4-9" fmla="*/ 1190065 w 6480720"/>
              <a:gd name="connsiteY4-10" fmla="*/ 0 h 31047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720" h="3104728">
                <a:moveTo>
                  <a:pt x="1190065" y="0"/>
                </a:moveTo>
                <a:lnTo>
                  <a:pt x="6480720" y="0"/>
                </a:lnTo>
                <a:lnTo>
                  <a:pt x="6480720" y="3104728"/>
                </a:lnTo>
                <a:lnTo>
                  <a:pt x="0" y="3104728"/>
                </a:lnTo>
                <a:lnTo>
                  <a:pt x="1190065" y="0"/>
                </a:lnTo>
                <a:close/>
              </a:path>
            </a:pathLst>
          </a:custGeom>
          <a:solidFill>
            <a:srgbClr val="414455">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TextBox 7"/>
          <p:cNvSpPr>
            <a:spLocks noChangeArrowheads="1"/>
          </p:cNvSpPr>
          <p:nvPr/>
        </p:nvSpPr>
        <p:spPr bwMode="auto">
          <a:xfrm>
            <a:off x="5808042" y="2665602"/>
            <a:ext cx="6263065" cy="9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6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THANKS</a:t>
            </a:r>
            <a:r>
              <a:rPr lang="zh-CN" altLang="en-US" sz="6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6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7" name="直接连接符 56"/>
          <p:cNvCxnSpPr/>
          <p:nvPr/>
        </p:nvCxnSpPr>
        <p:spPr>
          <a:xfrm>
            <a:off x="6599924" y="3687348"/>
            <a:ext cx="4895269"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8" name="TextBox 7"/>
          <p:cNvSpPr>
            <a:spLocks noChangeArrowheads="1"/>
          </p:cNvSpPr>
          <p:nvPr/>
        </p:nvSpPr>
        <p:spPr bwMode="auto">
          <a:xfrm>
            <a:off x="8439814" y="3775913"/>
            <a:ext cx="4391344" cy="24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AURORA</a:t>
            </a: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战队</a:t>
            </a:r>
            <a:endPar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9" name="组合 58"/>
          <p:cNvGrpSpPr/>
          <p:nvPr/>
        </p:nvGrpSpPr>
        <p:grpSpPr>
          <a:xfrm>
            <a:off x="7247828" y="1286101"/>
            <a:ext cx="670385" cy="604429"/>
            <a:chOff x="5424755" y="1340768"/>
            <a:chExt cx="670560" cy="604586"/>
          </a:xfrm>
        </p:grpSpPr>
        <p:grpSp>
          <p:nvGrpSpPr>
            <p:cNvPr id="60" name="组合 59"/>
            <p:cNvGrpSpPr/>
            <p:nvPr/>
          </p:nvGrpSpPr>
          <p:grpSpPr>
            <a:xfrm>
              <a:off x="5424755" y="1340768"/>
              <a:ext cx="670560" cy="604586"/>
              <a:chOff x="3720691" y="2824413"/>
              <a:chExt cx="1341120" cy="1209172"/>
            </a:xfrm>
          </p:grpSpPr>
          <p:sp>
            <p:nvSpPr>
              <p:cNvPr id="6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sp>
            <p:nvSpPr>
              <p:cNvPr id="6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grpSp>
        <p:sp>
          <p:nvSpPr>
            <p:cNvPr id="61"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91416" tIns="45708" rIns="91416" bIns="45708" numCol="1" anchor="t" anchorCtr="0" compatLnSpc="1"/>
            <a:lstStyle/>
            <a:p>
              <a:endParaRPr lang="zh-CN" altLang="en-US">
                <a:solidFill>
                  <a:schemeClr val="bg1"/>
                </a:solidFill>
              </a:endParaRPr>
            </a:p>
          </p:txBody>
        </p:sp>
      </p:grpSp>
      <p:sp>
        <p:nvSpPr>
          <p:cNvPr id="64" name="Freeform 126"/>
          <p:cNvSpPr>
            <a:spLocks noChangeAspect="1" noEditPoints="1"/>
          </p:cNvSpPr>
          <p:nvPr/>
        </p:nvSpPr>
        <p:spPr bwMode="auto">
          <a:xfrm>
            <a:off x="7447630" y="1427416"/>
            <a:ext cx="267832" cy="335140"/>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91416" tIns="45708" rIns="91416" bIns="45708" numCol="1" anchor="t" anchorCtr="0" compatLnSpc="1"/>
          <a:lstStyle/>
          <a:p>
            <a:endParaRPr lang="zh-CN" altLang="en-US">
              <a:solidFill>
                <a:schemeClr val="bg1"/>
              </a:solidFill>
              <a:latin typeface="Arial" panose="020B0604020202020204" pitchFamily="34" charset="0"/>
              <a:cs typeface="Arial" panose="020B0604020202020204" pitchFamily="34" charset="0"/>
            </a:endParaRPr>
          </a:p>
        </p:txBody>
      </p:sp>
      <p:grpSp>
        <p:nvGrpSpPr>
          <p:cNvPr id="65" name="组合 64"/>
          <p:cNvGrpSpPr/>
          <p:nvPr/>
        </p:nvGrpSpPr>
        <p:grpSpPr>
          <a:xfrm>
            <a:off x="8124755" y="1269322"/>
            <a:ext cx="670385" cy="604429"/>
            <a:chOff x="5424755" y="1340768"/>
            <a:chExt cx="670560" cy="604586"/>
          </a:xfrm>
        </p:grpSpPr>
        <p:grpSp>
          <p:nvGrpSpPr>
            <p:cNvPr id="66" name="组合 65"/>
            <p:cNvGrpSpPr/>
            <p:nvPr/>
          </p:nvGrpSpPr>
          <p:grpSpPr>
            <a:xfrm>
              <a:off x="5424755" y="1340768"/>
              <a:ext cx="670560" cy="604586"/>
              <a:chOff x="3720691" y="2824413"/>
              <a:chExt cx="1341120" cy="1209172"/>
            </a:xfrm>
          </p:grpSpPr>
          <p:sp>
            <p:nvSpPr>
              <p:cNvPr id="68"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sp>
            <p:nvSpPr>
              <p:cNvPr id="69"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grpSp>
        <p:sp>
          <p:nvSpPr>
            <p:cNvPr id="67"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91416" tIns="45708" rIns="91416" bIns="45708" numCol="1" anchor="t" anchorCtr="0" compatLnSpc="1"/>
            <a:lstStyle/>
            <a:p>
              <a:endParaRPr lang="zh-CN" altLang="en-US">
                <a:solidFill>
                  <a:schemeClr val="bg1"/>
                </a:solidFill>
              </a:endParaRPr>
            </a:p>
          </p:txBody>
        </p:sp>
      </p:grpSp>
      <p:sp>
        <p:nvSpPr>
          <p:cNvPr id="70" name="Freeform 261"/>
          <p:cNvSpPr/>
          <p:nvPr/>
        </p:nvSpPr>
        <p:spPr bwMode="auto">
          <a:xfrm>
            <a:off x="8295578" y="1440901"/>
            <a:ext cx="325790" cy="325790"/>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91416" tIns="45708" rIns="91416" bIns="45708" numCol="1" anchor="t" anchorCtr="0" compatLnSpc="1"/>
          <a:lstStyle/>
          <a:p>
            <a:endParaRPr lang="zh-CN" altLang="en-US">
              <a:solidFill>
                <a:schemeClr val="bg1"/>
              </a:solidFill>
            </a:endParaRPr>
          </a:p>
        </p:txBody>
      </p:sp>
      <p:grpSp>
        <p:nvGrpSpPr>
          <p:cNvPr id="71" name="组合 70"/>
          <p:cNvGrpSpPr/>
          <p:nvPr/>
        </p:nvGrpSpPr>
        <p:grpSpPr>
          <a:xfrm>
            <a:off x="9034502" y="1269322"/>
            <a:ext cx="670385" cy="604429"/>
            <a:chOff x="5424755" y="1340768"/>
            <a:chExt cx="670560" cy="604586"/>
          </a:xfrm>
        </p:grpSpPr>
        <p:grpSp>
          <p:nvGrpSpPr>
            <p:cNvPr id="72" name="组合 71"/>
            <p:cNvGrpSpPr/>
            <p:nvPr/>
          </p:nvGrpSpPr>
          <p:grpSpPr>
            <a:xfrm>
              <a:off x="5424755" y="1340768"/>
              <a:ext cx="670560" cy="604586"/>
              <a:chOff x="3720691" y="2824413"/>
              <a:chExt cx="1341120" cy="1209172"/>
            </a:xfrm>
          </p:grpSpPr>
          <p:sp>
            <p:nvSpPr>
              <p:cNvPr id="7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sp>
            <p:nvSpPr>
              <p:cNvPr id="7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grpSp>
        <p:sp>
          <p:nvSpPr>
            <p:cNvPr id="73"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91416" tIns="45708" rIns="91416" bIns="45708" numCol="1" anchor="t" anchorCtr="0" compatLnSpc="1"/>
            <a:lstStyle/>
            <a:p>
              <a:endParaRPr lang="zh-CN" altLang="en-US">
                <a:solidFill>
                  <a:schemeClr val="bg1"/>
                </a:solidFill>
              </a:endParaRPr>
            </a:p>
          </p:txBody>
        </p:sp>
      </p:grpSp>
      <p:grpSp>
        <p:nvGrpSpPr>
          <p:cNvPr id="76" name="组合 75"/>
          <p:cNvGrpSpPr/>
          <p:nvPr/>
        </p:nvGrpSpPr>
        <p:grpSpPr>
          <a:xfrm>
            <a:off x="9920855" y="1297837"/>
            <a:ext cx="670385" cy="604429"/>
            <a:chOff x="5424755" y="1340768"/>
            <a:chExt cx="670560" cy="604586"/>
          </a:xfrm>
        </p:grpSpPr>
        <p:grpSp>
          <p:nvGrpSpPr>
            <p:cNvPr id="77" name="组合 76"/>
            <p:cNvGrpSpPr/>
            <p:nvPr/>
          </p:nvGrpSpPr>
          <p:grpSpPr>
            <a:xfrm>
              <a:off x="5424755" y="1340768"/>
              <a:ext cx="670560" cy="604586"/>
              <a:chOff x="3720691" y="2824413"/>
              <a:chExt cx="1341120" cy="1209172"/>
            </a:xfrm>
          </p:grpSpPr>
          <p:sp>
            <p:nvSpPr>
              <p:cNvPr id="79"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sp>
            <p:nvSpPr>
              <p:cNvPr id="81"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grpSp>
        <p:sp>
          <p:nvSpPr>
            <p:cNvPr id="7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91416" tIns="45708" rIns="91416" bIns="45708" numCol="1" anchor="t" anchorCtr="0" compatLnSpc="1"/>
            <a:lstStyle/>
            <a:p>
              <a:endParaRPr lang="zh-CN" altLang="en-US">
                <a:solidFill>
                  <a:schemeClr val="bg1"/>
                </a:solidFill>
              </a:endParaRPr>
            </a:p>
          </p:txBody>
        </p:sp>
      </p:grpSp>
      <p:grpSp>
        <p:nvGrpSpPr>
          <p:cNvPr id="82" name="组合 81"/>
          <p:cNvGrpSpPr/>
          <p:nvPr/>
        </p:nvGrpSpPr>
        <p:grpSpPr>
          <a:xfrm>
            <a:off x="10834234" y="1269322"/>
            <a:ext cx="670385" cy="604429"/>
            <a:chOff x="5424755" y="1340768"/>
            <a:chExt cx="670560" cy="604586"/>
          </a:xfrm>
        </p:grpSpPr>
        <p:grpSp>
          <p:nvGrpSpPr>
            <p:cNvPr id="83" name="组合 82"/>
            <p:cNvGrpSpPr/>
            <p:nvPr/>
          </p:nvGrpSpPr>
          <p:grpSpPr>
            <a:xfrm>
              <a:off x="5424755" y="1340768"/>
              <a:ext cx="670560" cy="604586"/>
              <a:chOff x="3720691" y="2824413"/>
              <a:chExt cx="1341120" cy="1209172"/>
            </a:xfrm>
          </p:grpSpPr>
          <p:sp>
            <p:nvSpPr>
              <p:cNvPr id="9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sp>
            <p:nvSpPr>
              <p:cNvPr id="9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a:solidFill>
                    <a:schemeClr val="bg1"/>
                  </a:solidFill>
                </a:endParaRPr>
              </a:p>
            </p:txBody>
          </p:sp>
        </p:grpSp>
        <p:sp>
          <p:nvSpPr>
            <p:cNvPr id="8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91416" tIns="45708" rIns="91416" bIns="45708" numCol="1" anchor="t" anchorCtr="0" compatLnSpc="1"/>
            <a:lstStyle/>
            <a:p>
              <a:endParaRPr lang="zh-CN" altLang="en-US">
                <a:solidFill>
                  <a:schemeClr val="bg1"/>
                </a:solidFill>
              </a:endParaRPr>
            </a:p>
          </p:txBody>
        </p:sp>
      </p:grpSp>
      <p:grpSp>
        <p:nvGrpSpPr>
          <p:cNvPr id="96" name="组合 95"/>
          <p:cNvGrpSpPr>
            <a:grpSpLocks noChangeAspect="1"/>
          </p:cNvGrpSpPr>
          <p:nvPr/>
        </p:nvGrpSpPr>
        <p:grpSpPr>
          <a:xfrm>
            <a:off x="9195416" y="1429068"/>
            <a:ext cx="354199" cy="303836"/>
            <a:chOff x="5084763" y="971548"/>
            <a:chExt cx="323865" cy="277813"/>
          </a:xfrm>
          <a:solidFill>
            <a:srgbClr val="414455"/>
          </a:solidFill>
        </p:grpSpPr>
        <p:sp>
          <p:nvSpPr>
            <p:cNvPr id="97"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8"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9"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100" name="Freeform 9"/>
          <p:cNvSpPr>
            <a:spLocks noEditPoints="1"/>
          </p:cNvSpPr>
          <p:nvPr/>
        </p:nvSpPr>
        <p:spPr bwMode="auto">
          <a:xfrm rot="19469485">
            <a:off x="10061445" y="1398515"/>
            <a:ext cx="378268" cy="403068"/>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91416" tIns="45708" rIns="91416" bIns="45708" numCol="1" anchor="t" anchorCtr="0" compatLnSpc="1"/>
          <a:lstStyle/>
          <a:p>
            <a:endParaRPr lang="zh-CN" altLang="en-US">
              <a:solidFill>
                <a:schemeClr val="bg1"/>
              </a:solidFill>
            </a:endParaRPr>
          </a:p>
        </p:txBody>
      </p:sp>
      <p:sp>
        <p:nvSpPr>
          <p:cNvPr id="101" name="Freeform 206"/>
          <p:cNvSpPr>
            <a:spLocks noChangeAspect="1" noEditPoints="1"/>
          </p:cNvSpPr>
          <p:nvPr/>
        </p:nvSpPr>
        <p:spPr bwMode="auto">
          <a:xfrm>
            <a:off x="11019976" y="1390838"/>
            <a:ext cx="304543" cy="368128"/>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91416" tIns="45708" rIns="91416" bIns="45708" numCol="1" anchor="t" anchorCtr="0" compatLnSpc="1"/>
          <a:lstStyle/>
          <a:p>
            <a:endParaRPr lang="zh-CN" altLang="en-US">
              <a:solidFill>
                <a:schemeClr val="bg1"/>
              </a:solidFill>
              <a:latin typeface="Arial" panose="020B0604020202020204" pitchFamily="34" charset="0"/>
              <a:cs typeface="Arial" panose="020B0604020202020204" pitchFamily="34" charset="0"/>
            </a:endParaRPr>
          </a:p>
        </p:txBody>
      </p:sp>
      <p:sp>
        <p:nvSpPr>
          <p:cNvPr id="103" name="矩形 3"/>
          <p:cNvSpPr>
            <a:spLocks noChangeArrowheads="1"/>
          </p:cNvSpPr>
          <p:nvPr/>
        </p:nvSpPr>
        <p:spPr bwMode="auto">
          <a:xfrm>
            <a:off x="6482938" y="2258166"/>
            <a:ext cx="2947748"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5" tIns="34278" rIns="68555" bIns="34278">
            <a:spAutoFit/>
          </a:bodyPr>
          <a:lstStyle/>
          <a:p>
            <a:pPr>
              <a:spcBef>
                <a:spcPct val="0"/>
              </a:spcBef>
              <a:buFont typeface="Arial" panose="020B0604020202020204" pitchFamily="34" charset="0"/>
              <a:buNone/>
            </a:pPr>
            <a:r>
              <a:rPr lang="en-US" altLang="zh-CN" sz="16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ROBOMASTER 2024</a:t>
            </a:r>
            <a:endParaRPr lang="zh-CN" altLang="en-US" sz="16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p:cNvSpPr txBox="1"/>
          <p:nvPr/>
        </p:nvSpPr>
        <p:spPr>
          <a:xfrm>
            <a:off x="8184515" y="5854700"/>
            <a:ext cx="3761105" cy="706755"/>
          </a:xfrm>
          <a:prstGeom prst="rect">
            <a:avLst/>
          </a:prstGeom>
          <a:noFill/>
        </p:spPr>
        <p:txBody>
          <a:bodyPr wrap="square" rtlCol="0">
            <a:spAutoFit/>
          </a:bodyPr>
          <a:lstStyle/>
          <a:p>
            <a:r>
              <a:rPr lang="en-US" altLang="zh-CN" sz="4000" b="1" dirty="0">
                <a:solidFill>
                  <a:schemeClr val="bg1"/>
                </a:solidFill>
              </a:rPr>
              <a:t>		2024</a:t>
            </a:r>
            <a:r>
              <a:rPr lang="zh-CN" altLang="en-US" sz="4000" b="1" dirty="0">
                <a:solidFill>
                  <a:schemeClr val="bg1"/>
                </a:solidFill>
              </a:rPr>
              <a:t>年</a:t>
            </a:r>
            <a:endParaRPr lang="zh-CN" altLang="en-US" sz="40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0-#ppt_w/2"/>
                                          </p:val>
                                        </p:tav>
                                        <p:tav tm="100000">
                                          <p:val>
                                            <p:strVal val="#ppt_x"/>
                                          </p:val>
                                        </p:tav>
                                      </p:tavLst>
                                    </p:anim>
                                    <p:anim calcmode="lin" valueType="num">
                                      <p:cBhvr additive="base">
                                        <p:cTn id="8" dur="500" fill="hold"/>
                                        <p:tgtEl>
                                          <p:spTgt spid="5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3"/>
                                        </p:tgtEl>
                                        <p:attrNameLst>
                                          <p:attrName>style.visibility</p:attrName>
                                        </p:attrNameLst>
                                      </p:cBhvr>
                                      <p:to>
                                        <p:strVal val="visible"/>
                                      </p:to>
                                    </p:set>
                                    <p:anim calcmode="lin" valueType="num">
                                      <p:cBhvr additive="base">
                                        <p:cTn id="12" dur="500" fill="hold"/>
                                        <p:tgtEl>
                                          <p:spTgt spid="53"/>
                                        </p:tgtEl>
                                        <p:attrNameLst>
                                          <p:attrName>ppt_x</p:attrName>
                                        </p:attrNameLst>
                                      </p:cBhvr>
                                      <p:tavLst>
                                        <p:tav tm="0">
                                          <p:val>
                                            <p:strVal val="0-#ppt_w/2"/>
                                          </p:val>
                                        </p:tav>
                                        <p:tav tm="100000">
                                          <p:val>
                                            <p:strVal val="#ppt_x"/>
                                          </p:val>
                                        </p:tav>
                                      </p:tavLst>
                                    </p:anim>
                                    <p:anim calcmode="lin" valueType="num">
                                      <p:cBhvr additive="base">
                                        <p:cTn id="13" dur="500" fill="hold"/>
                                        <p:tgtEl>
                                          <p:spTgt spid="53"/>
                                        </p:tgtEl>
                                        <p:attrNameLst>
                                          <p:attrName>ppt_y</p:attrName>
                                        </p:attrNameLst>
                                      </p:cBhvr>
                                      <p:tavLst>
                                        <p:tav tm="0">
                                          <p:val>
                                            <p:strVal val="#ppt_y"/>
                                          </p:val>
                                        </p:tav>
                                        <p:tav tm="100000">
                                          <p:val>
                                            <p:strVal val="#ppt_y"/>
                                          </p:val>
                                        </p:tav>
                                      </p:tavLst>
                                    </p:anim>
                                  </p:childTnLst>
                                </p:cTn>
                              </p:par>
                              <p:par>
                                <p:cTn id="14" presetID="52" presetClass="entr" presetSubtype="0" fill="hold" grpId="0" nodeType="withEffect">
                                  <p:stCondLst>
                                    <p:cond delay="500"/>
                                  </p:stCondLst>
                                  <p:iterate type="lt">
                                    <p:tmPct val="10000"/>
                                  </p:iterate>
                                  <p:childTnLst>
                                    <p:set>
                                      <p:cBhvr>
                                        <p:cTn id="15" dur="1" fill="hold">
                                          <p:stCondLst>
                                            <p:cond delay="0"/>
                                          </p:stCondLst>
                                        </p:cTn>
                                        <p:tgtEl>
                                          <p:spTgt spid="56"/>
                                        </p:tgtEl>
                                        <p:attrNameLst>
                                          <p:attrName>style.visibility</p:attrName>
                                        </p:attrNameLst>
                                      </p:cBhvr>
                                      <p:to>
                                        <p:strVal val="visible"/>
                                      </p:to>
                                    </p:set>
                                    <p:animScale>
                                      <p:cBhvr>
                                        <p:cTn id="16" dur="1000" decel="50000" fill="hold">
                                          <p:stCondLst>
                                            <p:cond delay="0"/>
                                          </p:stCondLst>
                                        </p:cTn>
                                        <p:tgtEl>
                                          <p:spTgt spid="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56"/>
                                        </p:tgtEl>
                                        <p:attrNameLst>
                                          <p:attrName>ppt_x</p:attrName>
                                          <p:attrName>ppt_y</p:attrName>
                                        </p:attrNameLst>
                                      </p:cBhvr>
                                    </p:animMotion>
                                    <p:animEffect transition="in" filter="fade">
                                      <p:cBhvr>
                                        <p:cTn id="18" dur="1000"/>
                                        <p:tgtEl>
                                          <p:spTgt spid="56"/>
                                        </p:tgtEl>
                                      </p:cBhvr>
                                    </p:animEffect>
                                  </p:childTnLst>
                                </p:cTn>
                              </p:par>
                              <p:par>
                                <p:cTn id="19" presetID="22" presetClass="entr" presetSubtype="8" fill="hold" nodeType="withEffect">
                                  <p:stCondLst>
                                    <p:cond delay="1000"/>
                                  </p:stCondLst>
                                  <p:childTnLst>
                                    <p:set>
                                      <p:cBhvr>
                                        <p:cTn id="20" dur="1" fill="hold">
                                          <p:stCondLst>
                                            <p:cond delay="0"/>
                                          </p:stCondLst>
                                        </p:cTn>
                                        <p:tgtEl>
                                          <p:spTgt spid="57"/>
                                        </p:tgtEl>
                                        <p:attrNameLst>
                                          <p:attrName>style.visibility</p:attrName>
                                        </p:attrNameLst>
                                      </p:cBhvr>
                                      <p:to>
                                        <p:strVal val="visible"/>
                                      </p:to>
                                    </p:set>
                                    <p:animEffect transition="in" filter="wipe(left)">
                                      <p:cBhvr>
                                        <p:cTn id="21" dur="500"/>
                                        <p:tgtEl>
                                          <p:spTgt spid="57"/>
                                        </p:tgtEl>
                                      </p:cBhvr>
                                    </p:animEffect>
                                  </p:childTnLst>
                                </p:cTn>
                              </p:par>
                              <p:par>
                                <p:cTn id="22" presetID="22" presetClass="entr" presetSubtype="8" fill="hold" grpId="0" nodeType="withEffect">
                                  <p:stCondLst>
                                    <p:cond delay="1500"/>
                                  </p:stCondLst>
                                  <p:childTnLst>
                                    <p:set>
                                      <p:cBhvr>
                                        <p:cTn id="23" dur="1" fill="hold">
                                          <p:stCondLst>
                                            <p:cond delay="0"/>
                                          </p:stCondLst>
                                        </p:cTn>
                                        <p:tgtEl>
                                          <p:spTgt spid="58"/>
                                        </p:tgtEl>
                                        <p:attrNameLst>
                                          <p:attrName>style.visibility</p:attrName>
                                        </p:attrNameLst>
                                      </p:cBhvr>
                                      <p:to>
                                        <p:strVal val="visible"/>
                                      </p:to>
                                    </p:set>
                                    <p:animEffect transition="in" filter="wipe(left)">
                                      <p:cBhvr>
                                        <p:cTn id="24" dur="800"/>
                                        <p:tgtEl>
                                          <p:spTgt spid="58"/>
                                        </p:tgtEl>
                                      </p:cBhvr>
                                    </p:animEffect>
                                  </p:childTnLst>
                                </p:cTn>
                              </p:par>
                              <p:par>
                                <p:cTn id="25" presetID="2" presetClass="entr" presetSubtype="12" fill="hold" nodeType="withEffect">
                                  <p:stCondLst>
                                    <p:cond delay="500"/>
                                  </p:stCondLst>
                                  <p:childTnLst>
                                    <p:set>
                                      <p:cBhvr>
                                        <p:cTn id="26" dur="1" fill="hold">
                                          <p:stCondLst>
                                            <p:cond delay="0"/>
                                          </p:stCondLst>
                                        </p:cTn>
                                        <p:tgtEl>
                                          <p:spTgt spid="59"/>
                                        </p:tgtEl>
                                        <p:attrNameLst>
                                          <p:attrName>style.visibility</p:attrName>
                                        </p:attrNameLst>
                                      </p:cBhvr>
                                      <p:to>
                                        <p:strVal val="visible"/>
                                      </p:to>
                                    </p:set>
                                    <p:anim calcmode="lin" valueType="num">
                                      <p:cBhvr additive="base">
                                        <p:cTn id="27" dur="500" fill="hold"/>
                                        <p:tgtEl>
                                          <p:spTgt spid="59"/>
                                        </p:tgtEl>
                                        <p:attrNameLst>
                                          <p:attrName>ppt_x</p:attrName>
                                        </p:attrNameLst>
                                      </p:cBhvr>
                                      <p:tavLst>
                                        <p:tav tm="0">
                                          <p:val>
                                            <p:strVal val="0-#ppt_w/2"/>
                                          </p:val>
                                        </p:tav>
                                        <p:tav tm="100000">
                                          <p:val>
                                            <p:strVal val="#ppt_x"/>
                                          </p:val>
                                        </p:tav>
                                      </p:tavLst>
                                    </p:anim>
                                    <p:anim calcmode="lin" valueType="num">
                                      <p:cBhvr additive="base">
                                        <p:cTn id="28" dur="500" fill="hold"/>
                                        <p:tgtEl>
                                          <p:spTgt spid="59"/>
                                        </p:tgtEl>
                                        <p:attrNameLst>
                                          <p:attrName>ppt_y</p:attrName>
                                        </p:attrNameLst>
                                      </p:cBhvr>
                                      <p:tavLst>
                                        <p:tav tm="0">
                                          <p:val>
                                            <p:strVal val="1+#ppt_h/2"/>
                                          </p:val>
                                        </p:tav>
                                        <p:tav tm="100000">
                                          <p:val>
                                            <p:strVal val="#ppt_y"/>
                                          </p:val>
                                        </p:tav>
                                      </p:tavLst>
                                    </p:anim>
                                  </p:childTnLst>
                                </p:cTn>
                              </p:par>
                              <p:par>
                                <p:cTn id="29" presetID="45" presetClass="entr" presetSubtype="0" fill="hold" grpId="0" nodeType="withEffect">
                                  <p:stCondLst>
                                    <p:cond delay="1000"/>
                                  </p:stCondLst>
                                  <p:childTnLst>
                                    <p:set>
                                      <p:cBhvr>
                                        <p:cTn id="30" dur="1" fill="hold">
                                          <p:stCondLst>
                                            <p:cond delay="0"/>
                                          </p:stCondLst>
                                        </p:cTn>
                                        <p:tgtEl>
                                          <p:spTgt spid="64"/>
                                        </p:tgtEl>
                                        <p:attrNameLst>
                                          <p:attrName>style.visibility</p:attrName>
                                        </p:attrNameLst>
                                      </p:cBhvr>
                                      <p:to>
                                        <p:strVal val="visible"/>
                                      </p:to>
                                    </p:set>
                                    <p:animEffect transition="in" filter="fade">
                                      <p:cBhvr>
                                        <p:cTn id="31" dur="2000"/>
                                        <p:tgtEl>
                                          <p:spTgt spid="64"/>
                                        </p:tgtEl>
                                      </p:cBhvr>
                                    </p:animEffect>
                                    <p:anim calcmode="lin" valueType="num">
                                      <p:cBhvr>
                                        <p:cTn id="32" dur="2000" fill="hold"/>
                                        <p:tgtEl>
                                          <p:spTgt spid="64"/>
                                        </p:tgtEl>
                                        <p:attrNameLst>
                                          <p:attrName>ppt_w</p:attrName>
                                        </p:attrNameLst>
                                      </p:cBhvr>
                                      <p:tavLst>
                                        <p:tav tm="0" fmla="#ppt_w*sin(2.5*pi*$)">
                                          <p:val>
                                            <p:fltVal val="0"/>
                                          </p:val>
                                        </p:tav>
                                        <p:tav tm="100000">
                                          <p:val>
                                            <p:fltVal val="1"/>
                                          </p:val>
                                        </p:tav>
                                      </p:tavLst>
                                    </p:anim>
                                    <p:anim calcmode="lin" valueType="num">
                                      <p:cBhvr>
                                        <p:cTn id="33" dur="2000" fill="hold"/>
                                        <p:tgtEl>
                                          <p:spTgt spid="64"/>
                                        </p:tgtEl>
                                        <p:attrNameLst>
                                          <p:attrName>ppt_h</p:attrName>
                                        </p:attrNameLst>
                                      </p:cBhvr>
                                      <p:tavLst>
                                        <p:tav tm="0">
                                          <p:val>
                                            <p:strVal val="#ppt_h"/>
                                          </p:val>
                                        </p:tav>
                                        <p:tav tm="100000">
                                          <p:val>
                                            <p:strVal val="#ppt_h"/>
                                          </p:val>
                                        </p:tav>
                                      </p:tavLst>
                                    </p:anim>
                                  </p:childTnLst>
                                </p:cTn>
                              </p:par>
                              <p:par>
                                <p:cTn id="34" presetID="2" presetClass="entr" presetSubtype="12" fill="hold" nodeType="withEffect">
                                  <p:stCondLst>
                                    <p:cond delay="500"/>
                                  </p:stCondLst>
                                  <p:childTnLst>
                                    <p:set>
                                      <p:cBhvr>
                                        <p:cTn id="35" dur="1" fill="hold">
                                          <p:stCondLst>
                                            <p:cond delay="0"/>
                                          </p:stCondLst>
                                        </p:cTn>
                                        <p:tgtEl>
                                          <p:spTgt spid="65"/>
                                        </p:tgtEl>
                                        <p:attrNameLst>
                                          <p:attrName>style.visibility</p:attrName>
                                        </p:attrNameLst>
                                      </p:cBhvr>
                                      <p:to>
                                        <p:strVal val="visible"/>
                                      </p:to>
                                    </p:set>
                                    <p:anim calcmode="lin" valueType="num">
                                      <p:cBhvr additive="base">
                                        <p:cTn id="36" dur="500" fill="hold"/>
                                        <p:tgtEl>
                                          <p:spTgt spid="65"/>
                                        </p:tgtEl>
                                        <p:attrNameLst>
                                          <p:attrName>ppt_x</p:attrName>
                                        </p:attrNameLst>
                                      </p:cBhvr>
                                      <p:tavLst>
                                        <p:tav tm="0">
                                          <p:val>
                                            <p:strVal val="0-#ppt_w/2"/>
                                          </p:val>
                                        </p:tav>
                                        <p:tav tm="100000">
                                          <p:val>
                                            <p:strVal val="#ppt_x"/>
                                          </p:val>
                                        </p:tav>
                                      </p:tavLst>
                                    </p:anim>
                                    <p:anim calcmode="lin" valueType="num">
                                      <p:cBhvr additive="base">
                                        <p:cTn id="37" dur="500" fill="hold"/>
                                        <p:tgtEl>
                                          <p:spTgt spid="65"/>
                                        </p:tgtEl>
                                        <p:attrNameLst>
                                          <p:attrName>ppt_y</p:attrName>
                                        </p:attrNameLst>
                                      </p:cBhvr>
                                      <p:tavLst>
                                        <p:tav tm="0">
                                          <p:val>
                                            <p:strVal val="1+#ppt_h/2"/>
                                          </p:val>
                                        </p:tav>
                                        <p:tav tm="100000">
                                          <p:val>
                                            <p:strVal val="#ppt_y"/>
                                          </p:val>
                                        </p:tav>
                                      </p:tavLst>
                                    </p:anim>
                                  </p:childTnLst>
                                </p:cTn>
                              </p:par>
                              <p:par>
                                <p:cTn id="38" presetID="45" presetClass="entr" presetSubtype="0" fill="hold" grpId="0" nodeType="withEffect">
                                  <p:stCondLst>
                                    <p:cond delay="100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2000"/>
                                        <p:tgtEl>
                                          <p:spTgt spid="70"/>
                                        </p:tgtEl>
                                      </p:cBhvr>
                                    </p:animEffect>
                                    <p:anim calcmode="lin" valueType="num">
                                      <p:cBhvr>
                                        <p:cTn id="41" dur="2000" fill="hold"/>
                                        <p:tgtEl>
                                          <p:spTgt spid="70"/>
                                        </p:tgtEl>
                                        <p:attrNameLst>
                                          <p:attrName>ppt_w</p:attrName>
                                        </p:attrNameLst>
                                      </p:cBhvr>
                                      <p:tavLst>
                                        <p:tav tm="0" fmla="#ppt_w*sin(2.5*pi*$)">
                                          <p:val>
                                            <p:fltVal val="0"/>
                                          </p:val>
                                        </p:tav>
                                        <p:tav tm="100000">
                                          <p:val>
                                            <p:fltVal val="1"/>
                                          </p:val>
                                        </p:tav>
                                      </p:tavLst>
                                    </p:anim>
                                    <p:anim calcmode="lin" valueType="num">
                                      <p:cBhvr>
                                        <p:cTn id="42" dur="2000" fill="hold"/>
                                        <p:tgtEl>
                                          <p:spTgt spid="70"/>
                                        </p:tgtEl>
                                        <p:attrNameLst>
                                          <p:attrName>ppt_h</p:attrName>
                                        </p:attrNameLst>
                                      </p:cBhvr>
                                      <p:tavLst>
                                        <p:tav tm="0">
                                          <p:val>
                                            <p:strVal val="#ppt_h"/>
                                          </p:val>
                                        </p:tav>
                                        <p:tav tm="100000">
                                          <p:val>
                                            <p:strVal val="#ppt_h"/>
                                          </p:val>
                                        </p:tav>
                                      </p:tavLst>
                                    </p:anim>
                                  </p:childTnLst>
                                </p:cTn>
                              </p:par>
                              <p:par>
                                <p:cTn id="43" presetID="2" presetClass="entr" presetSubtype="12" fill="hold" nodeType="withEffect">
                                  <p:stCondLst>
                                    <p:cond delay="500"/>
                                  </p:stCondLst>
                                  <p:childTnLst>
                                    <p:set>
                                      <p:cBhvr>
                                        <p:cTn id="44" dur="1" fill="hold">
                                          <p:stCondLst>
                                            <p:cond delay="0"/>
                                          </p:stCondLst>
                                        </p:cTn>
                                        <p:tgtEl>
                                          <p:spTgt spid="71"/>
                                        </p:tgtEl>
                                        <p:attrNameLst>
                                          <p:attrName>style.visibility</p:attrName>
                                        </p:attrNameLst>
                                      </p:cBhvr>
                                      <p:to>
                                        <p:strVal val="visible"/>
                                      </p:to>
                                    </p:set>
                                    <p:anim calcmode="lin" valueType="num">
                                      <p:cBhvr additive="base">
                                        <p:cTn id="45" dur="500" fill="hold"/>
                                        <p:tgtEl>
                                          <p:spTgt spid="71"/>
                                        </p:tgtEl>
                                        <p:attrNameLst>
                                          <p:attrName>ppt_x</p:attrName>
                                        </p:attrNameLst>
                                      </p:cBhvr>
                                      <p:tavLst>
                                        <p:tav tm="0">
                                          <p:val>
                                            <p:strVal val="0-#ppt_w/2"/>
                                          </p:val>
                                        </p:tav>
                                        <p:tav tm="100000">
                                          <p:val>
                                            <p:strVal val="#ppt_x"/>
                                          </p:val>
                                        </p:tav>
                                      </p:tavLst>
                                    </p:anim>
                                    <p:anim calcmode="lin" valueType="num">
                                      <p:cBhvr additive="base">
                                        <p:cTn id="46" dur="500" fill="hold"/>
                                        <p:tgtEl>
                                          <p:spTgt spid="71"/>
                                        </p:tgtEl>
                                        <p:attrNameLst>
                                          <p:attrName>ppt_y</p:attrName>
                                        </p:attrNameLst>
                                      </p:cBhvr>
                                      <p:tavLst>
                                        <p:tav tm="0">
                                          <p:val>
                                            <p:strVal val="1+#ppt_h/2"/>
                                          </p:val>
                                        </p:tav>
                                        <p:tav tm="100000">
                                          <p:val>
                                            <p:strVal val="#ppt_y"/>
                                          </p:val>
                                        </p:tav>
                                      </p:tavLst>
                                    </p:anim>
                                  </p:childTnLst>
                                </p:cTn>
                              </p:par>
                              <p:par>
                                <p:cTn id="47" presetID="2" presetClass="entr" presetSubtype="12" fill="hold" nodeType="withEffect">
                                  <p:stCondLst>
                                    <p:cond delay="500"/>
                                  </p:stCondLst>
                                  <p:childTnLst>
                                    <p:set>
                                      <p:cBhvr>
                                        <p:cTn id="48" dur="1" fill="hold">
                                          <p:stCondLst>
                                            <p:cond delay="0"/>
                                          </p:stCondLst>
                                        </p:cTn>
                                        <p:tgtEl>
                                          <p:spTgt spid="76"/>
                                        </p:tgtEl>
                                        <p:attrNameLst>
                                          <p:attrName>style.visibility</p:attrName>
                                        </p:attrNameLst>
                                      </p:cBhvr>
                                      <p:to>
                                        <p:strVal val="visible"/>
                                      </p:to>
                                    </p:set>
                                    <p:anim calcmode="lin" valueType="num">
                                      <p:cBhvr additive="base">
                                        <p:cTn id="49" dur="500" fill="hold"/>
                                        <p:tgtEl>
                                          <p:spTgt spid="76"/>
                                        </p:tgtEl>
                                        <p:attrNameLst>
                                          <p:attrName>ppt_x</p:attrName>
                                        </p:attrNameLst>
                                      </p:cBhvr>
                                      <p:tavLst>
                                        <p:tav tm="0">
                                          <p:val>
                                            <p:strVal val="0-#ppt_w/2"/>
                                          </p:val>
                                        </p:tav>
                                        <p:tav tm="100000">
                                          <p:val>
                                            <p:strVal val="#ppt_x"/>
                                          </p:val>
                                        </p:tav>
                                      </p:tavLst>
                                    </p:anim>
                                    <p:anim calcmode="lin" valueType="num">
                                      <p:cBhvr additive="base">
                                        <p:cTn id="50" dur="500" fill="hold"/>
                                        <p:tgtEl>
                                          <p:spTgt spid="76"/>
                                        </p:tgtEl>
                                        <p:attrNameLst>
                                          <p:attrName>ppt_y</p:attrName>
                                        </p:attrNameLst>
                                      </p:cBhvr>
                                      <p:tavLst>
                                        <p:tav tm="0">
                                          <p:val>
                                            <p:strVal val="1+#ppt_h/2"/>
                                          </p:val>
                                        </p:tav>
                                        <p:tav tm="100000">
                                          <p:val>
                                            <p:strVal val="#ppt_y"/>
                                          </p:val>
                                        </p:tav>
                                      </p:tavLst>
                                    </p:anim>
                                  </p:childTnLst>
                                </p:cTn>
                              </p:par>
                              <p:par>
                                <p:cTn id="51" presetID="2" presetClass="entr" presetSubtype="12" fill="hold" nodeType="withEffect">
                                  <p:stCondLst>
                                    <p:cond delay="500"/>
                                  </p:stCondLst>
                                  <p:childTnLst>
                                    <p:set>
                                      <p:cBhvr>
                                        <p:cTn id="52" dur="1" fill="hold">
                                          <p:stCondLst>
                                            <p:cond delay="0"/>
                                          </p:stCondLst>
                                        </p:cTn>
                                        <p:tgtEl>
                                          <p:spTgt spid="82"/>
                                        </p:tgtEl>
                                        <p:attrNameLst>
                                          <p:attrName>style.visibility</p:attrName>
                                        </p:attrNameLst>
                                      </p:cBhvr>
                                      <p:to>
                                        <p:strVal val="visible"/>
                                      </p:to>
                                    </p:set>
                                    <p:anim calcmode="lin" valueType="num">
                                      <p:cBhvr additive="base">
                                        <p:cTn id="53" dur="500" fill="hold"/>
                                        <p:tgtEl>
                                          <p:spTgt spid="82"/>
                                        </p:tgtEl>
                                        <p:attrNameLst>
                                          <p:attrName>ppt_x</p:attrName>
                                        </p:attrNameLst>
                                      </p:cBhvr>
                                      <p:tavLst>
                                        <p:tav tm="0">
                                          <p:val>
                                            <p:strVal val="0-#ppt_w/2"/>
                                          </p:val>
                                        </p:tav>
                                        <p:tav tm="100000">
                                          <p:val>
                                            <p:strVal val="#ppt_x"/>
                                          </p:val>
                                        </p:tav>
                                      </p:tavLst>
                                    </p:anim>
                                    <p:anim calcmode="lin" valueType="num">
                                      <p:cBhvr additive="base">
                                        <p:cTn id="54" dur="500" fill="hold"/>
                                        <p:tgtEl>
                                          <p:spTgt spid="82"/>
                                        </p:tgtEl>
                                        <p:attrNameLst>
                                          <p:attrName>ppt_y</p:attrName>
                                        </p:attrNameLst>
                                      </p:cBhvr>
                                      <p:tavLst>
                                        <p:tav tm="0">
                                          <p:val>
                                            <p:strVal val="1+#ppt_h/2"/>
                                          </p:val>
                                        </p:tav>
                                        <p:tav tm="100000">
                                          <p:val>
                                            <p:strVal val="#ppt_y"/>
                                          </p:val>
                                        </p:tav>
                                      </p:tavLst>
                                    </p:anim>
                                  </p:childTnLst>
                                </p:cTn>
                              </p:par>
                              <p:par>
                                <p:cTn id="55" presetID="45" presetClass="entr" presetSubtype="0" fill="hold" nodeType="withEffect">
                                  <p:stCondLst>
                                    <p:cond delay="1000"/>
                                  </p:stCondLst>
                                  <p:childTnLst>
                                    <p:set>
                                      <p:cBhvr>
                                        <p:cTn id="56" dur="1" fill="hold">
                                          <p:stCondLst>
                                            <p:cond delay="0"/>
                                          </p:stCondLst>
                                        </p:cTn>
                                        <p:tgtEl>
                                          <p:spTgt spid="96"/>
                                        </p:tgtEl>
                                        <p:attrNameLst>
                                          <p:attrName>style.visibility</p:attrName>
                                        </p:attrNameLst>
                                      </p:cBhvr>
                                      <p:to>
                                        <p:strVal val="visible"/>
                                      </p:to>
                                    </p:set>
                                    <p:animEffect transition="in" filter="fade">
                                      <p:cBhvr>
                                        <p:cTn id="57" dur="2000"/>
                                        <p:tgtEl>
                                          <p:spTgt spid="96"/>
                                        </p:tgtEl>
                                      </p:cBhvr>
                                    </p:animEffect>
                                    <p:anim calcmode="lin" valueType="num">
                                      <p:cBhvr>
                                        <p:cTn id="58" dur="2000" fill="hold"/>
                                        <p:tgtEl>
                                          <p:spTgt spid="96"/>
                                        </p:tgtEl>
                                        <p:attrNameLst>
                                          <p:attrName>ppt_w</p:attrName>
                                        </p:attrNameLst>
                                      </p:cBhvr>
                                      <p:tavLst>
                                        <p:tav tm="0" fmla="#ppt_w*sin(2.5*pi*$)">
                                          <p:val>
                                            <p:fltVal val="0"/>
                                          </p:val>
                                        </p:tav>
                                        <p:tav tm="100000">
                                          <p:val>
                                            <p:fltVal val="1"/>
                                          </p:val>
                                        </p:tav>
                                      </p:tavLst>
                                    </p:anim>
                                    <p:anim calcmode="lin" valueType="num">
                                      <p:cBhvr>
                                        <p:cTn id="59" dur="2000" fill="hold"/>
                                        <p:tgtEl>
                                          <p:spTgt spid="96"/>
                                        </p:tgtEl>
                                        <p:attrNameLst>
                                          <p:attrName>ppt_h</p:attrName>
                                        </p:attrNameLst>
                                      </p:cBhvr>
                                      <p:tavLst>
                                        <p:tav tm="0">
                                          <p:val>
                                            <p:strVal val="#ppt_h"/>
                                          </p:val>
                                        </p:tav>
                                        <p:tav tm="100000">
                                          <p:val>
                                            <p:strVal val="#ppt_h"/>
                                          </p:val>
                                        </p:tav>
                                      </p:tavLst>
                                    </p:anim>
                                  </p:childTnLst>
                                </p:cTn>
                              </p:par>
                              <p:par>
                                <p:cTn id="60" presetID="45" presetClass="entr" presetSubtype="0" fill="hold" grpId="0" nodeType="withEffect">
                                  <p:stCondLst>
                                    <p:cond delay="1000"/>
                                  </p:stCondLst>
                                  <p:childTnLst>
                                    <p:set>
                                      <p:cBhvr>
                                        <p:cTn id="61" dur="1" fill="hold">
                                          <p:stCondLst>
                                            <p:cond delay="0"/>
                                          </p:stCondLst>
                                        </p:cTn>
                                        <p:tgtEl>
                                          <p:spTgt spid="100"/>
                                        </p:tgtEl>
                                        <p:attrNameLst>
                                          <p:attrName>style.visibility</p:attrName>
                                        </p:attrNameLst>
                                      </p:cBhvr>
                                      <p:to>
                                        <p:strVal val="visible"/>
                                      </p:to>
                                    </p:set>
                                    <p:animEffect transition="in" filter="fade">
                                      <p:cBhvr>
                                        <p:cTn id="62" dur="2000"/>
                                        <p:tgtEl>
                                          <p:spTgt spid="100"/>
                                        </p:tgtEl>
                                      </p:cBhvr>
                                    </p:animEffect>
                                    <p:anim calcmode="lin" valueType="num">
                                      <p:cBhvr>
                                        <p:cTn id="63" dur="2000" fill="hold"/>
                                        <p:tgtEl>
                                          <p:spTgt spid="100"/>
                                        </p:tgtEl>
                                        <p:attrNameLst>
                                          <p:attrName>ppt_w</p:attrName>
                                        </p:attrNameLst>
                                      </p:cBhvr>
                                      <p:tavLst>
                                        <p:tav tm="0" fmla="#ppt_w*sin(2.5*pi*$)">
                                          <p:val>
                                            <p:fltVal val="0"/>
                                          </p:val>
                                        </p:tav>
                                        <p:tav tm="100000">
                                          <p:val>
                                            <p:fltVal val="1"/>
                                          </p:val>
                                        </p:tav>
                                      </p:tavLst>
                                    </p:anim>
                                    <p:anim calcmode="lin" valueType="num">
                                      <p:cBhvr>
                                        <p:cTn id="64" dur="2000" fill="hold"/>
                                        <p:tgtEl>
                                          <p:spTgt spid="100"/>
                                        </p:tgtEl>
                                        <p:attrNameLst>
                                          <p:attrName>ppt_h</p:attrName>
                                        </p:attrNameLst>
                                      </p:cBhvr>
                                      <p:tavLst>
                                        <p:tav tm="0">
                                          <p:val>
                                            <p:strVal val="#ppt_h"/>
                                          </p:val>
                                        </p:tav>
                                        <p:tav tm="100000">
                                          <p:val>
                                            <p:strVal val="#ppt_h"/>
                                          </p:val>
                                        </p:tav>
                                      </p:tavLst>
                                    </p:anim>
                                  </p:childTnLst>
                                </p:cTn>
                              </p:par>
                              <p:par>
                                <p:cTn id="65" presetID="45" presetClass="entr" presetSubtype="0" fill="hold" grpId="0" nodeType="withEffect">
                                  <p:stCondLst>
                                    <p:cond delay="1000"/>
                                  </p:stCondLst>
                                  <p:childTnLst>
                                    <p:set>
                                      <p:cBhvr>
                                        <p:cTn id="66" dur="1" fill="hold">
                                          <p:stCondLst>
                                            <p:cond delay="0"/>
                                          </p:stCondLst>
                                        </p:cTn>
                                        <p:tgtEl>
                                          <p:spTgt spid="101"/>
                                        </p:tgtEl>
                                        <p:attrNameLst>
                                          <p:attrName>style.visibility</p:attrName>
                                        </p:attrNameLst>
                                      </p:cBhvr>
                                      <p:to>
                                        <p:strVal val="visible"/>
                                      </p:to>
                                    </p:set>
                                    <p:animEffect transition="in" filter="fade">
                                      <p:cBhvr>
                                        <p:cTn id="67" dur="2000"/>
                                        <p:tgtEl>
                                          <p:spTgt spid="101"/>
                                        </p:tgtEl>
                                      </p:cBhvr>
                                    </p:animEffect>
                                    <p:anim calcmode="lin" valueType="num">
                                      <p:cBhvr>
                                        <p:cTn id="68" dur="2000" fill="hold"/>
                                        <p:tgtEl>
                                          <p:spTgt spid="101"/>
                                        </p:tgtEl>
                                        <p:attrNameLst>
                                          <p:attrName>ppt_w</p:attrName>
                                        </p:attrNameLst>
                                      </p:cBhvr>
                                      <p:tavLst>
                                        <p:tav tm="0" fmla="#ppt_w*sin(2.5*pi*$)">
                                          <p:val>
                                            <p:fltVal val="0"/>
                                          </p:val>
                                        </p:tav>
                                        <p:tav tm="100000">
                                          <p:val>
                                            <p:fltVal val="1"/>
                                          </p:val>
                                        </p:tav>
                                      </p:tavLst>
                                    </p:anim>
                                    <p:anim calcmode="lin" valueType="num">
                                      <p:cBhvr>
                                        <p:cTn id="69" dur="2000" fill="hold"/>
                                        <p:tgtEl>
                                          <p:spTgt spid="101"/>
                                        </p:tgtEl>
                                        <p:attrNameLst>
                                          <p:attrName>ppt_h</p:attrName>
                                        </p:attrNameLst>
                                      </p:cBhvr>
                                      <p:tavLst>
                                        <p:tav tm="0">
                                          <p:val>
                                            <p:strVal val="#ppt_h"/>
                                          </p:val>
                                        </p:tav>
                                        <p:tav tm="100000">
                                          <p:val>
                                            <p:strVal val="#ppt_h"/>
                                          </p:val>
                                        </p:tav>
                                      </p:tavLst>
                                    </p:anim>
                                  </p:childTnLst>
                                </p:cTn>
                              </p:par>
                            </p:childTnLst>
                          </p:cTn>
                        </p:par>
                        <p:par>
                          <p:cTn id="70" fill="hold">
                            <p:stCondLst>
                              <p:cond delay="3500"/>
                            </p:stCondLst>
                            <p:childTnLst>
                              <p:par>
                                <p:cTn id="71" presetID="22" presetClass="entr" presetSubtype="8" fill="hold" grpId="0" nodeType="afterEffect">
                                  <p:stCondLst>
                                    <p:cond delay="0"/>
                                  </p:stCondLst>
                                  <p:childTnLst>
                                    <p:set>
                                      <p:cBhvr>
                                        <p:cTn id="72" dur="1" fill="hold">
                                          <p:stCondLst>
                                            <p:cond delay="0"/>
                                          </p:stCondLst>
                                        </p:cTn>
                                        <p:tgtEl>
                                          <p:spTgt spid="103"/>
                                        </p:tgtEl>
                                        <p:attrNameLst>
                                          <p:attrName>style.visibility</p:attrName>
                                        </p:attrNameLst>
                                      </p:cBhvr>
                                      <p:to>
                                        <p:strVal val="visible"/>
                                      </p:to>
                                    </p:set>
                                    <p:animEffect transition="in" filter="wipe(left)">
                                      <p:cBhvr>
                                        <p:cTn id="7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4" grpId="0" bldLvl="0" animBg="1"/>
      <p:bldP spid="56" grpId="0"/>
      <p:bldP spid="58" grpId="0"/>
      <p:bldP spid="64" grpId="0" bldLvl="0" animBg="1"/>
      <p:bldP spid="70" grpId="0" bldLvl="0" animBg="1"/>
      <p:bldP spid="100" grpId="0" bldLvl="0" animBg="1"/>
      <p:bldP spid="101" grpId="0" bldLvl="0" animBg="1"/>
      <p:bldP spid="103" grpId="0"/>
    </p:bldLst>
  </p:timing>
</p:sld>
</file>

<file path=ppt/tags/tag1.xml><?xml version="1.0" encoding="utf-8"?>
<p:tagLst xmlns:p="http://schemas.openxmlformats.org/presentationml/2006/main">
  <p:tag name="MH" val="20170806105329"/>
  <p:tag name="MH_LIBRARY" val="GRAPHIC"/>
  <p:tag name="MH_TYPE" val="Title"/>
  <p:tag name="MH_ORDER" val="1"/>
</p:tagLst>
</file>

<file path=ppt/tags/tag2.xml><?xml version="1.0" encoding="utf-8"?>
<p:tagLst xmlns:p="http://schemas.openxmlformats.org/presentationml/2006/main">
  <p:tag name="MH" val="20170806105329"/>
  <p:tag name="MH_LIBRARY" val="GRAPHIC"/>
  <p:tag name="MH_TYPE" val="Title"/>
  <p:tag name="MH_ORDER" val="1"/>
</p:tagLst>
</file>

<file path=ppt/tags/tag3.xml><?xml version="1.0" encoding="utf-8"?>
<p:tagLst xmlns:p="http://schemas.openxmlformats.org/presentationml/2006/main">
  <p:tag name="MH" val="20170806120343"/>
  <p:tag name="MH_LIBRARY" val="GRAPHIC"/>
  <p:tag name="MH_TYPE" val="Other"/>
  <p:tag name="MH_ORDER" val="1"/>
</p:tagLst>
</file>

<file path=ppt/tags/tag4.xml><?xml version="1.0" encoding="utf-8"?>
<p:tagLst xmlns:p="http://schemas.openxmlformats.org/presentationml/2006/main">
  <p:tag name="MH" val="20170806120343"/>
  <p:tag name="MH_LIBRARY" val="GRAPHIC"/>
  <p:tag name="MH_TYPE" val="SubTitle"/>
  <p:tag name="MH_ORDER" val="1"/>
</p:tagLst>
</file>

<file path=ppt/tags/tag5.xml><?xml version="1.0" encoding="utf-8"?>
<p:tagLst xmlns:p="http://schemas.openxmlformats.org/presentationml/2006/main">
  <p:tag name="MH" val="20170806120343"/>
  <p:tag name="MH_LIBRARY" val="GRAPHIC"/>
  <p:tag name="MH_TYPE" val="Other"/>
  <p:tag name="MH_ORDER" val="2"/>
</p:tagLst>
</file>

<file path=ppt/tags/tag6.xml><?xml version="1.0" encoding="utf-8"?>
<p:tagLst xmlns:p="http://schemas.openxmlformats.org/presentationml/2006/main">
  <p:tag name="MH" val="20170806120343"/>
  <p:tag name="MH_LIBRARY" val="GRAPHIC"/>
  <p:tag name="MH_TYPE" val="Other"/>
  <p:tag name="MH_ORDER" val="1"/>
</p:tagLst>
</file>

<file path=ppt/tags/tag7.xml><?xml version="1.0" encoding="utf-8"?>
<p:tagLst xmlns:p="http://schemas.openxmlformats.org/presentationml/2006/main">
  <p:tag name="MH" val="20170806120343"/>
  <p:tag name="MH_LIBRARY" val="GRAPHIC"/>
  <p:tag name="MH_TYPE" val="SubTitle"/>
  <p:tag name="MH_ORDER" val="1"/>
</p:tagLst>
</file>

<file path=ppt/tags/tag8.xml><?xml version="1.0" encoding="utf-8"?>
<p:tagLst xmlns:p="http://schemas.openxmlformats.org/presentationml/2006/main">
  <p:tag name="MH" val="20170806120343"/>
  <p:tag name="MH_LIBRARY" val="GRAPHIC"/>
  <p:tag name="MH_TYPE" val="Other"/>
  <p:tag name="MH_ORDER" val="2"/>
</p:tagLst>
</file>

<file path=ppt/tags/tag9.xml><?xml version="1.0" encoding="utf-8"?>
<p:tagLst xmlns:p="http://schemas.openxmlformats.org/presentationml/2006/main">
  <p:tag name="KSO_WM_UNIT_TABLE_BEAUTIFY" val="smartTable{7721b448-153d-4838-b5fa-d67ca83bb5d6}"/>
  <p:tag name="TABLE_EMPHASIZE_COLOR" val="8684935"/>
  <p:tag name="TABLE_SKINIDX" val="-1"/>
  <p:tag name="TABLE_COLORIDX" val="l"/>
  <p:tag name="TABLE_COLOR_RGB" val="0x000000*0xFFFFFF*0x44546A*0xE6E5E5*0x848587*0x738499*0x817CA0*0x9B819F*0xA7878C*0xAB968B"/>
</p:tagLst>
</file>

<file path=ppt/tags/tag10.xml><?xml version="1.0" encoding="utf-8"?>
<p:tagLst xmlns:p="http://schemas.openxmlformats.org/presentationml/2006/main">
  <p:tag name="KSO_WM_UNIT_TABLE_BEAUTIFY" val="smartTable{ffeb4fdc-1012-49de-a5ce-9455b19e3331}"/>
  <p:tag name="TABLE_EMPHASIZE_COLOR" val="6579300"/>
  <p:tag name="TABLE_SKINIDX" val="-1"/>
  <p:tag name="TABLE_COLORIDX" val="l"/>
  <p:tag name="TABLE_COLOR_RGB" val="0x000000*0xFFFFFF*0x44546A*0xE6E5E5*0x848587*0x738499*0x817CA0*0x9B819F*0xA7878C*0xAB968B"/>
  <p:tag name="TABLE_RECT" val="447.242*262.33*475.2*93.8"/>
  <p:tag name="TABLE_ONEKEY_SKIN_IDX" val="0"/>
</p:tagLst>
</file>

<file path=ppt/tags/tag11.xml><?xml version="1.0" encoding="utf-8"?>
<p:tagLst xmlns:p="http://schemas.openxmlformats.org/presentationml/2006/main">
  <p:tag name="MH" val="20170807185238"/>
  <p:tag name="MH_LIBRARY" val="GRAPHIC"/>
  <p:tag name="MH_TYPE" val="Other"/>
  <p:tag name="MH_ORDER" val="2"/>
</p:tagLst>
</file>

<file path=ppt/tags/tag12.xml><?xml version="1.0" encoding="utf-8"?>
<p:tagLst xmlns:p="http://schemas.openxmlformats.org/presentationml/2006/main">
  <p:tag name="MH" val="20170807185238"/>
  <p:tag name="MH_LIBRARY" val="GRAPHIC"/>
  <p:tag name="MH_TYPE" val="Text"/>
  <p:tag name="MH_ORDER" val="2"/>
</p:tagLst>
</file>

<file path=ppt/tags/tag13.xml><?xml version="1.0" encoding="utf-8"?>
<p:tagLst xmlns:p="http://schemas.openxmlformats.org/presentationml/2006/main">
  <p:tag name="MH" val="20170806230300"/>
  <p:tag name="MH_LIBRARY" val="GRAPHIC"/>
  <p:tag name="MH_TYPE" val="Text"/>
  <p:tag name="MH_ORDER" val="1"/>
</p:tagLst>
</file>

<file path=ppt/tags/tag14.xml><?xml version="1.0" encoding="utf-8"?>
<p:tagLst xmlns:p="http://schemas.openxmlformats.org/presentationml/2006/main">
  <p:tag name="MH" val="20170806230300"/>
  <p:tag name="MH_LIBRARY" val="GRAPHIC"/>
  <p:tag name="MH_TYPE" val="Other"/>
  <p:tag name="MH_ORDER" val="1"/>
</p:tagLst>
</file>

<file path=ppt/tags/tag15.xml><?xml version="1.0" encoding="utf-8"?>
<p:tagLst xmlns:p="http://schemas.openxmlformats.org/presentationml/2006/main">
  <p:tag name="MH" val="20170806230300"/>
  <p:tag name="MH_LIBRARY" val="GRAPHIC"/>
  <p:tag name="MH_TYPE" val="Text"/>
  <p:tag name="MH_ORDER" val="1"/>
</p:tagLst>
</file>

<file path=ppt/tags/tag16.xml><?xml version="1.0" encoding="utf-8"?>
<p:tagLst xmlns:p="http://schemas.openxmlformats.org/presentationml/2006/main">
  <p:tag name="MH" val="20170806230300"/>
  <p:tag name="MH_LIBRARY" val="GRAPHIC"/>
  <p:tag name="MH_TYPE" val="Other"/>
  <p:tag name="MH_ORDER" val="1"/>
</p:tagLst>
</file>

<file path=ppt/tags/tag17.xml><?xml version="1.0" encoding="utf-8"?>
<p:tagLst xmlns:p="http://schemas.openxmlformats.org/presentationml/2006/main">
  <p:tag name="MH" val="20170806230300"/>
  <p:tag name="MH_LIBRARY" val="GRAPHIC"/>
  <p:tag name="MH_TYPE" val="Other"/>
  <p:tag name="MH_ORDER" val="1"/>
</p:tagLst>
</file>

<file path=ppt/tags/tag18.xml><?xml version="1.0" encoding="utf-8"?>
<p:tagLst xmlns:p="http://schemas.openxmlformats.org/presentationml/2006/main">
  <p:tag name="MH" val="20170808225803"/>
  <p:tag name="MH_LIBRARY" val="GRAPHIC"/>
  <p:tag name="MH_TYPE" val="Other"/>
  <p:tag name="MH_ORDER" val="1"/>
</p:tagLst>
</file>

<file path=ppt/tags/tag19.xml><?xml version="1.0" encoding="utf-8"?>
<p:tagLst xmlns:p="http://schemas.openxmlformats.org/presentationml/2006/main">
  <p:tag name="MH" val="20170808225803"/>
  <p:tag name="MH_LIBRARY" val="GRAPHIC"/>
  <p:tag name="MH_TYPE" val="Other"/>
  <p:tag name="MH_ORDER" val="1"/>
</p:tagLst>
</file>

<file path=ppt/tags/tag20.xml><?xml version="1.0" encoding="utf-8"?>
<p:tagLst xmlns:p="http://schemas.openxmlformats.org/presentationml/2006/main">
  <p:tag name="MH" val="20170808225803"/>
  <p:tag name="MH_LIBRARY" val="GRAPHIC"/>
  <p:tag name="MH_TYPE" val="Other"/>
  <p:tag name="MH_ORDER" val="1"/>
</p:tagLst>
</file>

<file path=ppt/tags/tag21.xml><?xml version="1.0" encoding="utf-8"?>
<p:tagLst xmlns:p="http://schemas.openxmlformats.org/presentationml/2006/main">
  <p:tag name="MH" val="20170808225803"/>
  <p:tag name="MH_LIBRARY" val="GRAPHIC"/>
  <p:tag name="MH_TYPE" val="Other"/>
  <p:tag name="MH_ORDER" val="1"/>
</p:tagLst>
</file>

<file path=ppt/tags/tag22.xml><?xml version="1.0" encoding="utf-8"?>
<p:tagLst xmlns:p="http://schemas.openxmlformats.org/presentationml/2006/main">
  <p:tag name="MH" val="20170808225803"/>
  <p:tag name="MH_LIBRARY" val="GRAPHIC"/>
  <p:tag name="MH_TYPE" val="Other"/>
  <p:tag name="MH_ORDER" val="1"/>
</p:tagLst>
</file>

<file path=ppt/tags/tag23.xml><?xml version="1.0" encoding="utf-8"?>
<p:tagLst xmlns:p="http://schemas.openxmlformats.org/presentationml/2006/main">
  <p:tag name="MH" val="20170808225803"/>
  <p:tag name="MH_LIBRARY" val="GRAPHIC"/>
  <p:tag name="MH_TYPE" val="Other"/>
  <p:tag name="MH_ORDER" val="1"/>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COMMONDATA" val="eyJoZGlkIjoiNjcwMWJjYmY5YTVjYmRhYjMzNzNiMmFiZjVkOTQ2OTQifQ=="/>
  <p:tag name="commondata" val="eyJoZGlkIjoiYjQ2ZjU4OThhNTllMzAzOTZkYzk0NTMzZDhkNWI3ZmEifQ=="/>
</p:tagLst>
</file>

<file path=ppt/theme/theme1.xml><?xml version="1.0" encoding="utf-8"?>
<a:theme xmlns:a="http://schemas.openxmlformats.org/drawingml/2006/main" na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11371</Words>
  <Application>WPS 演示</Application>
  <PresentationFormat>宽屏</PresentationFormat>
  <Paragraphs>1141</Paragraphs>
  <Slides>62</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62</vt:i4>
      </vt:variant>
    </vt:vector>
  </HeadingPairs>
  <TitlesOfParts>
    <vt:vector size="72" baseType="lpstr">
      <vt:lpstr>Arial</vt:lpstr>
      <vt:lpstr>宋体</vt:lpstr>
      <vt:lpstr>Wingdings</vt:lpstr>
      <vt:lpstr>微软雅黑</vt:lpstr>
      <vt:lpstr>Arial Narrow</vt:lpstr>
      <vt:lpstr>Arial Unicode MS</vt:lpstr>
      <vt:lpstr>等线</vt:lpstr>
      <vt:lpstr>Times New Roman</vt:lpstr>
      <vt:lpstr>Calibri</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初识运算符</vt:lpstr>
      <vt:lpstr>关系运算符</vt:lpstr>
      <vt:lpstr>逻辑运算符</vt:lpstr>
      <vt:lpstr>赋值运算符</vt:lpstr>
      <vt:lpstr>位运算符</vt:lpstr>
      <vt:lpstr>杂项运算符</vt:lpstr>
      <vt:lpstr>运算符优先级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if语句的简化等价形式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比较break和continue在switch的区别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Administrator</dc:creator>
  <dc:description>1</dc:description>
  <dc:subject>1</dc:subject>
  <cp:lastModifiedBy>三玖天下唯我</cp:lastModifiedBy>
  <cp:revision>88</cp:revision>
  <dcterms:created xsi:type="dcterms:W3CDTF">2015-11-26T04:19:00Z</dcterms:created>
  <dcterms:modified xsi:type="dcterms:W3CDTF">2024-11-09T12:16:32Z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y fmtid="{D5CDD505-2E9C-101B-9397-08002B2CF9AE}" pid="3" name="ICV">
    <vt:lpwstr>2D260E86E0F9417BB8752F377FBA7977_13</vt:lpwstr>
  </property>
</Properties>
</file>