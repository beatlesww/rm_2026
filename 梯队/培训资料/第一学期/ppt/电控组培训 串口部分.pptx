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349" r:id="rId3"/>
    <p:sldId id="257" r:id="rId5"/>
    <p:sldId id="258" r:id="rId6"/>
    <p:sldId id="267" r:id="rId7"/>
    <p:sldId id="437" r:id="rId8"/>
    <p:sldId id="489" r:id="rId9"/>
    <p:sldId id="259" r:id="rId10"/>
    <p:sldId id="393" r:id="rId11"/>
    <p:sldId id="438" r:id="rId12"/>
    <p:sldId id="456" r:id="rId13"/>
    <p:sldId id="260" r:id="rId14"/>
    <p:sldId id="458" r:id="rId15"/>
    <p:sldId id="457" r:id="rId16"/>
    <p:sldId id="477" r:id="rId17"/>
    <p:sldId id="473" r:id="rId18"/>
    <p:sldId id="474" r:id="rId19"/>
    <p:sldId id="475" r:id="rId20"/>
    <p:sldId id="476" r:id="rId21"/>
    <p:sldId id="480" r:id="rId22"/>
    <p:sldId id="478" r:id="rId23"/>
    <p:sldId id="479" r:id="rId24"/>
    <p:sldId id="491" r:id="rId25"/>
    <p:sldId id="481" r:id="rId26"/>
    <p:sldId id="483" r:id="rId27"/>
    <p:sldId id="490" r:id="rId28"/>
    <p:sldId id="482" r:id="rId29"/>
    <p:sldId id="370" r:id="rId30"/>
  </p:sldIdLst>
  <p:sldSz cx="9144000" cy="6858000" type="screen4x3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" initials="c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0070C0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43" autoAdjust="0"/>
    <p:restoredTop sz="92697" autoAdjust="0"/>
  </p:normalViewPr>
  <p:slideViewPr>
    <p:cSldViewPr snapToGrid="0" showGuides="1">
      <p:cViewPr varScale="1">
        <p:scale>
          <a:sx n="59" d="100"/>
          <a:sy n="59" d="100"/>
        </p:scale>
        <p:origin x="1674" y="60"/>
      </p:cViewPr>
      <p:guideLst>
        <p:guide orient="horz" pos="387"/>
        <p:guide pos="5421"/>
        <p:guide pos="385"/>
        <p:guide orient="horz" pos="40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gs" Target="tags/tag17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D77B4-E4B4-4D3C-A9C5-EB900FF3B1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  <a:endParaRPr lang="zh-CN" altLang="en-US" dirty="0"/>
          </a:p>
          <a:p>
            <a:r>
              <a:rPr lang="en-US" altLang="zh-CN" dirty="0"/>
              <a:t>https://liangliangtuwen.tmall.com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AD5EBB-275F-4C24-B082-C5EEF14355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  <a:endParaRPr lang="zh-CN" altLang="en-US" dirty="0"/>
          </a:p>
          <a:p>
            <a:r>
              <a:rPr lang="en-US" altLang="zh-CN" dirty="0"/>
              <a:t>https://liangliangtuwen.tmall.com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6CF1A-E888-4A07-B96A-456D0CF6948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D302F-5E2D-4FF9-A986-02603DCE6F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CA248-7BE1-4335-B3FB-1E6869F2EC7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GIF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-17145" y="2402852"/>
            <a:ext cx="9161315" cy="2105686"/>
          </a:xfrm>
          <a:prstGeom prst="rect">
            <a:avLst/>
          </a:prstGeom>
          <a:solidFill>
            <a:srgbClr val="5B5E77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4" name="矩形 23"/>
          <p:cNvSpPr/>
          <p:nvPr/>
        </p:nvSpPr>
        <p:spPr>
          <a:xfrm>
            <a:off x="3600145" y="2526185"/>
            <a:ext cx="5561170" cy="1931695"/>
          </a:xfrm>
          <a:custGeom>
            <a:avLst/>
            <a:gdLst>
              <a:gd name="connsiteX0" fmla="*/ 0 w 6480720"/>
              <a:gd name="connsiteY0" fmla="*/ 0 h 3104728"/>
              <a:gd name="connsiteX1" fmla="*/ 6480720 w 6480720"/>
              <a:gd name="connsiteY1" fmla="*/ 0 h 3104728"/>
              <a:gd name="connsiteX2" fmla="*/ 6480720 w 6480720"/>
              <a:gd name="connsiteY2" fmla="*/ 3104728 h 3104728"/>
              <a:gd name="connsiteX3" fmla="*/ 0 w 6480720"/>
              <a:gd name="connsiteY3" fmla="*/ 3104728 h 3104728"/>
              <a:gd name="connsiteX4" fmla="*/ 0 w 6480720"/>
              <a:gd name="connsiteY4" fmla="*/ 0 h 3104728"/>
              <a:gd name="connsiteX0-1" fmla="*/ 1190065 w 6480720"/>
              <a:gd name="connsiteY0-2" fmla="*/ 0 h 3104728"/>
              <a:gd name="connsiteX1-3" fmla="*/ 6480720 w 6480720"/>
              <a:gd name="connsiteY1-4" fmla="*/ 0 h 3104728"/>
              <a:gd name="connsiteX2-5" fmla="*/ 6480720 w 6480720"/>
              <a:gd name="connsiteY2-6" fmla="*/ 3104728 h 3104728"/>
              <a:gd name="connsiteX3-7" fmla="*/ 0 w 6480720"/>
              <a:gd name="connsiteY3-8" fmla="*/ 3104728 h 3104728"/>
              <a:gd name="connsiteX4-9" fmla="*/ 1190065 w 6480720"/>
              <a:gd name="connsiteY4-10" fmla="*/ 0 h 31047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80720" h="3104728">
                <a:moveTo>
                  <a:pt x="1190065" y="0"/>
                </a:moveTo>
                <a:lnTo>
                  <a:pt x="6480720" y="0"/>
                </a:lnTo>
                <a:lnTo>
                  <a:pt x="6480720" y="3104728"/>
                </a:lnTo>
                <a:lnTo>
                  <a:pt x="0" y="3104728"/>
                </a:lnTo>
                <a:lnTo>
                  <a:pt x="1190065" y="0"/>
                </a:lnTo>
                <a:close/>
              </a:path>
            </a:pathLst>
          </a:custGeom>
          <a:solidFill>
            <a:srgbClr val="414455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6" name="TextBox 7"/>
          <p:cNvSpPr>
            <a:spLocks noChangeArrowheads="1"/>
          </p:cNvSpPr>
          <p:nvPr/>
        </p:nvSpPr>
        <p:spPr bwMode="auto">
          <a:xfrm>
            <a:off x="4356032" y="2856452"/>
            <a:ext cx="4697299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电控组</a:t>
            </a:r>
            <a:r>
              <a:rPr lang="en-US" altLang="zh-CN" sz="4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4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培训</a:t>
            </a:r>
            <a:endParaRPr lang="zh-CN" altLang="en-US" sz="4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4949943" y="3622761"/>
            <a:ext cx="3671452" cy="0"/>
          </a:xfrm>
          <a:prstGeom prst="line">
            <a:avLst/>
          </a:prstGeom>
          <a:ln w="1905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7"/>
          <p:cNvSpPr>
            <a:spLocks noChangeArrowheads="1"/>
          </p:cNvSpPr>
          <p:nvPr/>
        </p:nvSpPr>
        <p:spPr bwMode="auto">
          <a:xfrm>
            <a:off x="6329861" y="3689185"/>
            <a:ext cx="329350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Aurora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战队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5435871" y="1821826"/>
            <a:ext cx="502789" cy="453322"/>
            <a:chOff x="5424755" y="1340768"/>
            <a:chExt cx="670560" cy="604586"/>
          </a:xfrm>
        </p:grpSpPr>
        <p:grpSp>
          <p:nvGrpSpPr>
            <p:cNvPr id="60" name="组合 59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2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1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sp>
        <p:nvSpPr>
          <p:cNvPr id="64" name="Freeform 126"/>
          <p:cNvSpPr>
            <a:spLocks noChangeAspect="1" noEditPoints="1"/>
          </p:cNvSpPr>
          <p:nvPr/>
        </p:nvSpPr>
        <p:spPr bwMode="auto">
          <a:xfrm>
            <a:off x="5585723" y="1927812"/>
            <a:ext cx="200874" cy="251355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6093566" y="1809242"/>
            <a:ext cx="502789" cy="453322"/>
            <a:chOff x="5424755" y="1340768"/>
            <a:chExt cx="670560" cy="604586"/>
          </a:xfrm>
        </p:grpSpPr>
        <p:grpSp>
          <p:nvGrpSpPr>
            <p:cNvPr id="66" name="组合 6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8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sp>
        <p:nvSpPr>
          <p:cNvPr id="70" name="Freeform 261"/>
          <p:cNvSpPr/>
          <p:nvPr/>
        </p:nvSpPr>
        <p:spPr bwMode="auto">
          <a:xfrm>
            <a:off x="6221684" y="1937926"/>
            <a:ext cx="244343" cy="244343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bg1"/>
              </a:solidFill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6775877" y="1809242"/>
            <a:ext cx="502789" cy="453322"/>
            <a:chOff x="5424755" y="1340768"/>
            <a:chExt cx="670560" cy="604586"/>
          </a:xfrm>
        </p:grpSpPr>
        <p:grpSp>
          <p:nvGrpSpPr>
            <p:cNvPr id="72" name="组合 71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4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3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7440641" y="1830628"/>
            <a:ext cx="502789" cy="453322"/>
            <a:chOff x="5424755" y="1340768"/>
            <a:chExt cx="670560" cy="604586"/>
          </a:xfrm>
        </p:grpSpPr>
        <p:grpSp>
          <p:nvGrpSpPr>
            <p:cNvPr id="77" name="组合 76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8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8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8125676" y="1809242"/>
            <a:ext cx="502789" cy="453322"/>
            <a:chOff x="5424755" y="1340768"/>
            <a:chExt cx="670560" cy="604586"/>
          </a:xfrm>
        </p:grpSpPr>
        <p:grpSp>
          <p:nvGrpSpPr>
            <p:cNvPr id="83" name="组合 82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94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4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grpSp>
        <p:nvGrpSpPr>
          <p:cNvPr id="96" name="组合 95"/>
          <p:cNvGrpSpPr>
            <a:grpSpLocks noChangeAspect="1"/>
          </p:cNvGrpSpPr>
          <p:nvPr/>
        </p:nvGrpSpPr>
        <p:grpSpPr>
          <a:xfrm>
            <a:off x="6896562" y="1929051"/>
            <a:ext cx="265649" cy="227877"/>
            <a:chOff x="5084763" y="971548"/>
            <a:chExt cx="323865" cy="277813"/>
          </a:xfrm>
          <a:solidFill>
            <a:srgbClr val="414455"/>
          </a:solidFill>
        </p:grpSpPr>
        <p:sp>
          <p:nvSpPr>
            <p:cNvPr id="97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98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99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sp>
        <p:nvSpPr>
          <p:cNvPr id="100" name="Freeform 9"/>
          <p:cNvSpPr>
            <a:spLocks noEditPoints="1"/>
          </p:cNvSpPr>
          <p:nvPr/>
        </p:nvSpPr>
        <p:spPr bwMode="auto">
          <a:xfrm rot="19469485">
            <a:off x="7546084" y="1906136"/>
            <a:ext cx="283701" cy="302301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bg1"/>
              </a:solidFill>
            </a:endParaRPr>
          </a:p>
        </p:txBody>
      </p:sp>
      <p:sp>
        <p:nvSpPr>
          <p:cNvPr id="101" name="Freeform 206"/>
          <p:cNvSpPr>
            <a:spLocks noChangeAspect="1" noEditPoints="1"/>
          </p:cNvSpPr>
          <p:nvPr/>
        </p:nvSpPr>
        <p:spPr bwMode="auto">
          <a:xfrm>
            <a:off x="8264982" y="1900379"/>
            <a:ext cx="228407" cy="276096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4862204" y="2550874"/>
            <a:ext cx="2210811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1416" tIns="25708" rIns="51416" bIns="2570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ROBOMASTER 2025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11850" y="5248275"/>
            <a:ext cx="30473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b="1" dirty="0">
                <a:solidFill>
                  <a:schemeClr val="bg1"/>
                </a:solidFill>
              </a:rPr>
              <a:t>2024</a:t>
            </a:r>
            <a:r>
              <a:rPr lang="zh-CN" altLang="en-US" sz="3000" b="1" dirty="0">
                <a:solidFill>
                  <a:schemeClr val="bg1"/>
                </a:solidFill>
              </a:rPr>
              <a:t>年</a:t>
            </a:r>
            <a:r>
              <a:rPr lang="en-US" altLang="zh-CN" sz="3000" b="1" dirty="0">
                <a:solidFill>
                  <a:schemeClr val="bg1"/>
                </a:solidFill>
              </a:rPr>
              <a:t>12 </a:t>
            </a:r>
            <a:r>
              <a:rPr lang="zh-CN" altLang="en-US" sz="3000" b="1" dirty="0">
                <a:solidFill>
                  <a:schemeClr val="bg1"/>
                </a:solidFill>
              </a:rPr>
              <a:t>月</a:t>
            </a:r>
            <a:r>
              <a:rPr lang="en-US" altLang="zh-CN" sz="3000" b="1" dirty="0">
                <a:solidFill>
                  <a:schemeClr val="bg1"/>
                </a:solidFill>
              </a:rPr>
              <a:t> 1</a:t>
            </a:r>
            <a:r>
              <a:rPr lang="zh-CN" altLang="en-US" sz="3000" b="1" dirty="0">
                <a:solidFill>
                  <a:schemeClr val="bg1"/>
                </a:solidFill>
              </a:rPr>
              <a:t>日</a:t>
            </a:r>
            <a:endParaRPr lang="zh-CN" altLang="en-US" sz="3000" b="1" dirty="0">
              <a:solidFill>
                <a:schemeClr val="bg1"/>
              </a:solidFill>
            </a:endParaRPr>
          </a:p>
        </p:txBody>
      </p:sp>
      <p:pic>
        <p:nvPicPr>
          <p:cNvPr id="3" name="图片 2" descr="63f666859cf7453eb2d2e7f4689439ff"/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4200" y="582295"/>
            <a:ext cx="1279525" cy="13557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24750" y="3940175"/>
            <a:ext cx="2679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艾琛</a:t>
            </a:r>
            <a:r>
              <a:rPr lang="zh-CN" altLang="en-US" b="1">
                <a:solidFill>
                  <a:schemeClr val="bg1"/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奇</a:t>
            </a:r>
            <a:endParaRPr lang="zh-CN" altLang="en-US" b="1">
              <a:solidFill>
                <a:schemeClr val="bg1"/>
              </a:solidFill>
              <a:latin typeface="幼圆" panose="02010509060101010101" charset="-122"/>
              <a:ea typeface="幼圆" panose="02010509060101010101" charset="-122"/>
              <a:cs typeface="幼圆" panose="020105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53" grpId="0" bldLvl="0" animBg="1"/>
      <p:bldP spid="54" grpId="0" bldLvl="0" animBg="1"/>
      <p:bldP spid="56" grpId="0"/>
      <p:bldP spid="58" grpId="0"/>
      <p:bldP spid="64" grpId="0" bldLvl="0" animBg="1"/>
      <p:bldP spid="70" grpId="0" bldLvl="0" animBg="1"/>
      <p:bldP spid="100" grpId="0" bldLvl="0" animBg="1"/>
      <p:bldP spid="101" grpId="0" bldLvl="0" animBg="1"/>
      <p:bldP spid="10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平行四边形 4"/>
          <p:cNvSpPr/>
          <p:nvPr/>
        </p:nvSpPr>
        <p:spPr>
          <a:xfrm flipH="1">
            <a:off x="-294" y="99"/>
            <a:ext cx="4635476" cy="6904592"/>
          </a:xfrm>
          <a:custGeom>
            <a:avLst/>
            <a:gdLst>
              <a:gd name="connsiteX0" fmla="*/ 0 w 4608514"/>
              <a:gd name="connsiteY0" fmla="*/ 6043981 h 6043981"/>
              <a:gd name="connsiteX1" fmla="*/ 2819212 w 4608514"/>
              <a:gd name="connsiteY1" fmla="*/ 0 h 6043981"/>
              <a:gd name="connsiteX2" fmla="*/ 4608514 w 4608514"/>
              <a:gd name="connsiteY2" fmla="*/ 0 h 6043981"/>
              <a:gd name="connsiteX3" fmla="*/ 1789302 w 4608514"/>
              <a:gd name="connsiteY3" fmla="*/ 6043981 h 6043981"/>
              <a:gd name="connsiteX4" fmla="*/ 0 w 4608514"/>
              <a:gd name="connsiteY4" fmla="*/ 6043981 h 6043981"/>
              <a:gd name="connsiteX0-1" fmla="*/ 0 w 4613184"/>
              <a:gd name="connsiteY0-2" fmla="*/ 6043981 h 6084322"/>
              <a:gd name="connsiteX1-3" fmla="*/ 2819212 w 4613184"/>
              <a:gd name="connsiteY1-4" fmla="*/ 0 h 6084322"/>
              <a:gd name="connsiteX2-5" fmla="*/ 4608514 w 4613184"/>
              <a:gd name="connsiteY2-6" fmla="*/ 0 h 6084322"/>
              <a:gd name="connsiteX3-7" fmla="*/ 4613184 w 4613184"/>
              <a:gd name="connsiteY3-8" fmla="*/ 6084322 h 6084322"/>
              <a:gd name="connsiteX4-9" fmla="*/ 0 w 4613184"/>
              <a:gd name="connsiteY4-10" fmla="*/ 6043981 h 6084322"/>
              <a:gd name="connsiteX0-11" fmla="*/ 0 w 4613184"/>
              <a:gd name="connsiteY0-12" fmla="*/ 6864251 h 6904592"/>
              <a:gd name="connsiteX1-13" fmla="*/ 3209177 w 4613184"/>
              <a:gd name="connsiteY1-14" fmla="*/ 0 h 6904592"/>
              <a:gd name="connsiteX2-15" fmla="*/ 4608514 w 4613184"/>
              <a:gd name="connsiteY2-16" fmla="*/ 820270 h 6904592"/>
              <a:gd name="connsiteX3-17" fmla="*/ 4613184 w 4613184"/>
              <a:gd name="connsiteY3-18" fmla="*/ 6904592 h 6904592"/>
              <a:gd name="connsiteX4-19" fmla="*/ 0 w 4613184"/>
              <a:gd name="connsiteY4-20" fmla="*/ 6864251 h 6904592"/>
              <a:gd name="connsiteX0-21" fmla="*/ 0 w 4635476"/>
              <a:gd name="connsiteY0-22" fmla="*/ 6864251 h 6904592"/>
              <a:gd name="connsiteX1-23" fmla="*/ 3209177 w 4635476"/>
              <a:gd name="connsiteY1-24" fmla="*/ 0 h 6904592"/>
              <a:gd name="connsiteX2-25" fmla="*/ 4635408 w 4635476"/>
              <a:gd name="connsiteY2-26" fmla="*/ 0 h 6904592"/>
              <a:gd name="connsiteX3-27" fmla="*/ 4613184 w 4635476"/>
              <a:gd name="connsiteY3-28" fmla="*/ 6904592 h 6904592"/>
              <a:gd name="connsiteX4-29" fmla="*/ 0 w 4635476"/>
              <a:gd name="connsiteY4-30" fmla="*/ 6864251 h 69045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635476" h="6904592">
                <a:moveTo>
                  <a:pt x="0" y="6864251"/>
                </a:moveTo>
                <a:lnTo>
                  <a:pt x="3209177" y="0"/>
                </a:lnTo>
                <a:lnTo>
                  <a:pt x="4635408" y="0"/>
                </a:lnTo>
                <a:cubicBezTo>
                  <a:pt x="4636965" y="2028107"/>
                  <a:pt x="4611627" y="4876485"/>
                  <a:pt x="4613184" y="6904592"/>
                </a:cubicBezTo>
                <a:lnTo>
                  <a:pt x="0" y="686425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1625854" y="1099539"/>
            <a:ext cx="828000" cy="828000"/>
            <a:chOff x="1827149" y="1625954"/>
            <a:chExt cx="828000" cy="828000"/>
          </a:xfrm>
        </p:grpSpPr>
        <p:sp>
          <p:nvSpPr>
            <p:cNvPr id="9" name="椭圆 8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>
            <a:xfrm>
              <a:off x="1827149" y="1625954"/>
              <a:ext cx="828000" cy="82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>
              <p:custDataLst>
                <p:tags r:id="rId3"/>
              </p:custDataLst>
            </p:nvPr>
          </p:nvSpPr>
          <p:spPr>
            <a:xfrm>
              <a:off x="1904142" y="1782985"/>
              <a:ext cx="6740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4"/>
            </p:custDataLst>
          </p:nvPr>
        </p:nvGrpSpPr>
        <p:grpSpPr>
          <a:xfrm>
            <a:off x="2299926" y="2589072"/>
            <a:ext cx="828000" cy="828000"/>
            <a:chOff x="2405971" y="2838627"/>
            <a:chExt cx="828000" cy="828000"/>
          </a:xfrm>
        </p:grpSpPr>
        <p:sp>
          <p:nvSpPr>
            <p:cNvPr id="10" name="椭圆 9"/>
            <p:cNvSpPr>
              <a:spLocks noChangeAspect="1"/>
            </p:cNvSpPr>
            <p:nvPr>
              <p:custDataLst>
                <p:tags r:id="rId5"/>
              </p:custDataLst>
            </p:nvPr>
          </p:nvSpPr>
          <p:spPr>
            <a:xfrm>
              <a:off x="2405971" y="2838627"/>
              <a:ext cx="828000" cy="82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>
              <p:custDataLst>
                <p:tags r:id="rId6"/>
              </p:custDataLst>
            </p:nvPr>
          </p:nvSpPr>
          <p:spPr>
            <a:xfrm>
              <a:off x="2482964" y="2991017"/>
              <a:ext cx="6740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2936056" y="4028879"/>
            <a:ext cx="878642" cy="828000"/>
            <a:chOff x="3300546" y="4857554"/>
            <a:chExt cx="878642" cy="828000"/>
          </a:xfrm>
        </p:grpSpPr>
        <p:sp>
          <p:nvSpPr>
            <p:cNvPr id="11" name="椭圆 10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3351188" y="4857554"/>
              <a:ext cx="828000" cy="82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>
              <p:custDataLst>
                <p:tags r:id="rId9"/>
              </p:custDataLst>
            </p:nvPr>
          </p:nvSpPr>
          <p:spPr>
            <a:xfrm>
              <a:off x="3300546" y="4997244"/>
              <a:ext cx="8782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2816860" y="1190625"/>
            <a:ext cx="5691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串口简介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11"/>
            </p:custDataLst>
          </p:nvPr>
        </p:nvSpPr>
        <p:spPr>
          <a:xfrm>
            <a:off x="3416448" y="2592963"/>
            <a:ext cx="500143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通信原理</a:t>
            </a:r>
            <a:endParaRPr lang="en-US" altLang="zh-CN" sz="3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362218" y="259392"/>
            <a:ext cx="4205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zh-CN" alt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8606970" y="6519446"/>
            <a:ext cx="638628" cy="338554"/>
            <a:chOff x="8663567" y="6519446"/>
            <a:chExt cx="638628" cy="338554"/>
          </a:xfrm>
        </p:grpSpPr>
        <p:sp>
          <p:nvSpPr>
            <p:cNvPr id="26" name="矩形 25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8663567" y="6519446"/>
              <a:ext cx="6386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12"/>
            </p:custDataLst>
          </p:nvPr>
        </p:nvGrpSpPr>
        <p:grpSpPr>
          <a:xfrm>
            <a:off x="3737268" y="5469059"/>
            <a:ext cx="828000" cy="828000"/>
            <a:chOff x="2984793" y="4046659"/>
            <a:chExt cx="828000" cy="828000"/>
          </a:xfrm>
        </p:grpSpPr>
        <p:sp>
          <p:nvSpPr>
            <p:cNvPr id="16" name="椭圆 15"/>
            <p:cNvSpPr>
              <a:spLocks noChangeAspect="1"/>
            </p:cNvSpPr>
            <p:nvPr>
              <p:custDataLst>
                <p:tags r:id="rId13"/>
              </p:custDataLst>
            </p:nvPr>
          </p:nvSpPr>
          <p:spPr>
            <a:xfrm>
              <a:off x="2984793" y="4046659"/>
              <a:ext cx="828000" cy="828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>
              <p:custDataLst>
                <p:tags r:id="rId14"/>
              </p:custDataLst>
            </p:nvPr>
          </p:nvSpPr>
          <p:spPr>
            <a:xfrm>
              <a:off x="3061786" y="4199049"/>
              <a:ext cx="67401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文本框 19"/>
          <p:cNvSpPr txBox="1"/>
          <p:nvPr>
            <p:custDataLst>
              <p:tags r:id="rId15"/>
            </p:custDataLst>
          </p:nvPr>
        </p:nvSpPr>
        <p:spPr>
          <a:xfrm>
            <a:off x="3965088" y="4049018"/>
            <a:ext cx="500143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串口收发</a:t>
            </a:r>
            <a:r>
              <a:rPr lang="zh-CN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endParaRPr lang="zh-CN" altLang="en-US" sz="3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6"/>
            </p:custDataLst>
          </p:nvPr>
        </p:nvSpPr>
        <p:spPr>
          <a:xfrm>
            <a:off x="4786778" y="5469513"/>
            <a:ext cx="500143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补：控制</a:t>
            </a:r>
            <a:r>
              <a:rPr lang="zh-CN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舵机</a:t>
            </a:r>
            <a:endParaRPr lang="zh-CN" altLang="en-US" sz="3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  <p:bldLst>
      <p:bldP spid="5" grpId="0" bldLvl="0" animBg="1"/>
      <p:bldP spid="17" grpId="0"/>
      <p:bldP spid="21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1851645"/>
            <a:ext cx="4205521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01</a:t>
            </a:r>
            <a:endParaRPr lang="zh-CN" altLang="en-US" sz="199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87470" y="2844800"/>
            <a:ext cx="4663440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串口简介</a:t>
            </a:r>
            <a:endParaRPr lang="zh-CN" altLang="da-DK"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887162" y="3698215"/>
            <a:ext cx="4663440" cy="108000"/>
            <a:chOff x="3649980" y="3375660"/>
            <a:chExt cx="4663440" cy="10800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3733800" y="3429660"/>
              <a:ext cx="4495800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/>
            <p:nvPr/>
          </p:nvSpPr>
          <p:spPr>
            <a:xfrm>
              <a:off x="364998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20542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 useBgFill="1">
        <p:nvSpPr>
          <p:cNvPr id="16" name="文本框 15"/>
          <p:cNvSpPr txBox="1"/>
          <p:nvPr/>
        </p:nvSpPr>
        <p:spPr>
          <a:xfrm>
            <a:off x="487591" y="3105835"/>
            <a:ext cx="3230339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ONE</a:t>
            </a:r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  <p:bldLst>
      <p:bldP spid="5" grpId="0"/>
      <p:bldP spid="7" grpId="0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8940" y="362672"/>
            <a:ext cx="71132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串口简介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12140" y="6125181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899285" y="5422265"/>
            <a:ext cx="48075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>
                <a:sym typeface="+mn-ea"/>
              </a:rPr>
              <a:t>                                   </a:t>
            </a:r>
            <a:endParaRPr lang="en-US" sz="2000">
              <a:sym typeface="+mn-ea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686435" y="1179195"/>
            <a:ext cx="2247900" cy="17087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319530" y="2938780"/>
            <a:ext cx="1474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RS-232</a:t>
            </a:r>
            <a:endParaRPr lang="en-US" altLang="zh-CN"/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3190240" y="1179195"/>
            <a:ext cx="2917190" cy="17087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4326890" y="2938780"/>
            <a:ext cx="1567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RJ-45</a:t>
            </a:r>
            <a:endParaRPr lang="en-US" altLang="zh-CN"/>
          </a:p>
        </p:txBody>
      </p:sp>
      <p:pic>
        <p:nvPicPr>
          <p:cNvPr id="102" name="图片 101"/>
          <p:cNvPicPr/>
          <p:nvPr/>
        </p:nvPicPr>
        <p:blipFill>
          <a:blip r:embed="rId3"/>
          <a:stretch>
            <a:fillRect/>
          </a:stretch>
        </p:blipFill>
        <p:spPr>
          <a:xfrm>
            <a:off x="6363335" y="1179195"/>
            <a:ext cx="2333625" cy="17087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6913880" y="2938780"/>
            <a:ext cx="1012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USB</a:t>
            </a:r>
            <a:endParaRPr lang="en-US" altLang="zh-CN"/>
          </a:p>
        </p:txBody>
      </p:sp>
      <p:pic>
        <p:nvPicPr>
          <p:cNvPr id="103" name="图片 102"/>
          <p:cNvPicPr/>
          <p:nvPr/>
        </p:nvPicPr>
        <p:blipFill>
          <a:blip r:embed="rId4"/>
          <a:stretch>
            <a:fillRect/>
          </a:stretch>
        </p:blipFill>
        <p:spPr>
          <a:xfrm>
            <a:off x="670560" y="3357880"/>
            <a:ext cx="4331970" cy="25571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5241290" y="3357880"/>
            <a:ext cx="1977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TTL</a:t>
            </a:r>
            <a:r>
              <a:rPr lang="zh-CN" altLang="en-US"/>
              <a:t>串口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41290" y="3726180"/>
            <a:ext cx="330644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电平标准规定了信号的电压范围和传输方式。不同的电平标准使用不同的电压表示逻辑高低，如TTL中使用0V和3.3V或5V，RS-232中使用正负电平，RS-422和RS-485中使用差分信号等。电平标准还定义了信号线的连接方式和传输速率等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8940" y="362672"/>
            <a:ext cx="71132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串口简介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12140" y="6125181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4" name="图片 103"/>
          <p:cNvPicPr/>
          <p:nvPr/>
        </p:nvPicPr>
        <p:blipFill>
          <a:blip r:embed="rId1"/>
          <a:stretch>
            <a:fillRect/>
          </a:stretch>
        </p:blipFill>
        <p:spPr>
          <a:xfrm>
            <a:off x="1085850" y="1159510"/>
            <a:ext cx="4274185" cy="1574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074420" y="2895600"/>
            <a:ext cx="52444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通信协议需要根据电平标准来解析和处理信号</a:t>
            </a:r>
            <a:endParaRPr lang="zh-CN" altLang="en-US"/>
          </a:p>
          <a:p>
            <a:r>
              <a:rPr lang="zh-CN" altLang="en-US"/>
              <a:t>其判断电平要求其有着相同的参考点（参考电</a:t>
            </a:r>
            <a:r>
              <a:rPr lang="zh-CN" altLang="en-US"/>
              <a:t>势）</a:t>
            </a:r>
            <a:endParaRPr lang="zh-CN" altLang="en-US"/>
          </a:p>
          <a:p>
            <a:r>
              <a:rPr lang="zh-CN" altLang="en-US"/>
              <a:t>高低电平也需要相同的界定，（芯片供电时</a:t>
            </a:r>
            <a:r>
              <a:rPr lang="en-US" altLang="zh-CN"/>
              <a:t>3v3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  <p:bldLst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2140" y="6125181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43205" y="1128395"/>
            <a:ext cx="8868410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390525" y="4540250"/>
            <a:ext cx="8573770" cy="1393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-230505" y="744220"/>
            <a:ext cx="4671060" cy="43046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4361815" y="744220"/>
            <a:ext cx="4436745" cy="41903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1805925"/>
            <a:ext cx="4205521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02</a:t>
            </a:r>
            <a:endParaRPr lang="zh-CN" altLang="en-US" sz="199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62396" y="3026053"/>
            <a:ext cx="4645651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通信原理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862397" y="3796005"/>
            <a:ext cx="4663440" cy="108000"/>
            <a:chOff x="3649980" y="3375660"/>
            <a:chExt cx="4663440" cy="10800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3733800" y="3429660"/>
              <a:ext cx="4495800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/>
            <p:nvPr/>
          </p:nvSpPr>
          <p:spPr>
            <a:xfrm>
              <a:off x="364998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20542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 useBgFill="1">
        <p:nvSpPr>
          <p:cNvPr id="16" name="文本框 15"/>
          <p:cNvSpPr txBox="1"/>
          <p:nvPr/>
        </p:nvSpPr>
        <p:spPr>
          <a:xfrm>
            <a:off x="487591" y="3105835"/>
            <a:ext cx="3230339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TWO</a:t>
            </a:r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  <p:bldLst>
      <p:bldP spid="5" grpId="0"/>
      <p:bldP spid="7" grpId="0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2140" y="6125181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5" name="图片 104"/>
          <p:cNvPicPr/>
          <p:nvPr/>
        </p:nvPicPr>
        <p:blipFill>
          <a:blip r:embed="rId1"/>
          <a:srcRect b="12694"/>
          <a:stretch>
            <a:fillRect/>
          </a:stretch>
        </p:blipFill>
        <p:spPr>
          <a:xfrm>
            <a:off x="1379220" y="140970"/>
            <a:ext cx="2983865" cy="1663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30505" y="1948815"/>
            <a:ext cx="891349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①</a:t>
            </a:r>
            <a:r>
              <a:rPr lang="zh-CN" altLang="en-US" sz="2000">
                <a:highlight>
                  <a:srgbClr val="FFFF00"/>
                </a:highlight>
              </a:rPr>
              <a:t>起始位</a:t>
            </a:r>
            <a:r>
              <a:rPr lang="zh-CN" altLang="en-US" sz="2000"/>
              <a:t>：无数据传输时（处于空闲状态），通信线上位逻辑1。当发送端要发送数据时，首先发送逻辑0（数据帧格式的起始位），作用是告诉接收端准备接收一帧数据。接收端检测到逻辑0以后，就准备接收数据。</a:t>
            </a:r>
            <a:endParaRPr lang="zh-CN" altLang="en-US" sz="2000"/>
          </a:p>
          <a:p>
            <a:r>
              <a:rPr lang="zh-CN" altLang="en-US" sz="2000"/>
              <a:t>②</a:t>
            </a:r>
            <a:r>
              <a:rPr lang="zh-CN" altLang="en-US" sz="2000">
                <a:highlight>
                  <a:srgbClr val="FFFF00"/>
                </a:highlight>
              </a:rPr>
              <a:t>数据位</a:t>
            </a:r>
            <a:r>
              <a:rPr lang="zh-CN" altLang="en-US" sz="2000"/>
              <a:t>：在起始位后，发送端发出数据位。数据位的位数没有严格限制，5~8位都可以。在发送过程中，数据位的低位在前、高位在后，由低位向高位逐位发送。（就是低位优先）</a:t>
            </a:r>
            <a:endParaRPr lang="zh-CN" altLang="en-US" sz="2000"/>
          </a:p>
          <a:p>
            <a:r>
              <a:rPr lang="zh-CN" altLang="en-US" sz="2000"/>
              <a:t>③</a:t>
            </a:r>
            <a:r>
              <a:rPr lang="zh-CN" altLang="en-US" sz="2000">
                <a:highlight>
                  <a:srgbClr val="FFFF00"/>
                </a:highlight>
              </a:rPr>
              <a:t>校验位</a:t>
            </a:r>
            <a:r>
              <a:rPr lang="zh-CN" altLang="en-US" sz="2000"/>
              <a:t>：校验位是可选的，它在数据位发送后发送。校验位用来校验数据在传送过程中是否出错，由收发双方预先约定好的差错检验方式确定，最常用的是奇校验与偶校验。（其中奇校验表示数据位加上校验位中1的个数后是否保持奇数，偶校验表示数据位加上校验位中1的个数后是否保持偶数。）</a:t>
            </a:r>
            <a:endParaRPr lang="zh-CN" altLang="en-US" sz="2000"/>
          </a:p>
          <a:p>
            <a:r>
              <a:rPr lang="zh-CN" altLang="en-US" sz="2000"/>
              <a:t>④</a:t>
            </a:r>
            <a:r>
              <a:rPr lang="zh-CN" altLang="en-US" sz="2000">
                <a:highlight>
                  <a:srgbClr val="FFFF00"/>
                </a:highlight>
              </a:rPr>
              <a:t>停止位</a:t>
            </a:r>
            <a:r>
              <a:rPr lang="zh-CN" altLang="en-US" sz="2000"/>
              <a:t>：数据帧的最后是停止位，逻辑1有效。停止位表示传送一帧数据的过程结束，同时也为发送下一帧数据做准备。</a:t>
            </a:r>
            <a:endParaRPr lang="zh-CN" altLang="en-US" sz="2000"/>
          </a:p>
        </p:txBody>
      </p:sp>
      <p:pic>
        <p:nvPicPr>
          <p:cNvPr id="112" name="图片 111"/>
          <p:cNvPicPr/>
          <p:nvPr/>
        </p:nvPicPr>
        <p:blipFill>
          <a:blip r:embed="rId2"/>
          <a:stretch>
            <a:fillRect/>
          </a:stretch>
        </p:blipFill>
        <p:spPr>
          <a:xfrm>
            <a:off x="4480560" y="140970"/>
            <a:ext cx="4434205" cy="1663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19575" y="362672"/>
            <a:ext cx="71132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轮询模式收发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12140" y="6125181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圆角矩形 3"/>
          <p:cNvSpPr/>
          <p:nvPr/>
        </p:nvSpPr>
        <p:spPr>
          <a:xfrm>
            <a:off x="142875" y="1421130"/>
            <a:ext cx="2744470" cy="9321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发送数据</a:t>
            </a:r>
            <a:r>
              <a:rPr lang="zh-CN" altLang="en-US"/>
              <a:t>寄存器</a:t>
            </a: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142875" y="3227705"/>
            <a:ext cx="2744470" cy="9321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发送移位</a:t>
            </a:r>
            <a:r>
              <a:rPr lang="zh-CN" altLang="en-US"/>
              <a:t>寄存器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548380" y="177165"/>
            <a:ext cx="49841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HAL_UART_Transmit(UART_HandleTypeDef *huart, const uint8_t *pData, uint16_t Size, uint32_t Timeout);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01930" y="4251960"/>
            <a:ext cx="3240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将数据转化为高低电平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93825" y="2579370"/>
            <a:ext cx="4279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84145" y="343281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6" name="图片 105"/>
          <p:cNvPicPr/>
          <p:nvPr/>
        </p:nvPicPr>
        <p:blipFill>
          <a:blip r:embed="rId1"/>
          <a:stretch>
            <a:fillRect/>
          </a:stretch>
        </p:blipFill>
        <p:spPr>
          <a:xfrm>
            <a:off x="3548380" y="3400425"/>
            <a:ext cx="996315" cy="4679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3051175" y="3450590"/>
            <a:ext cx="1090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TX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3131820" y="1516380"/>
            <a:ext cx="17665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CPU</a:t>
            </a:r>
            <a:r>
              <a:rPr lang="zh-CN" altLang="en-US"/>
              <a:t>查询是否数据发送到移位寄存器</a:t>
            </a:r>
            <a:r>
              <a:rPr lang="zh-CN" altLang="en-US"/>
              <a:t>中</a:t>
            </a:r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5142865" y="1421130"/>
            <a:ext cx="2744470" cy="9321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接</a:t>
            </a:r>
            <a:r>
              <a:rPr lang="zh-CN" altLang="en-US"/>
              <a:t>收数据</a:t>
            </a:r>
            <a:r>
              <a:rPr lang="zh-CN" altLang="en-US"/>
              <a:t>寄存器</a:t>
            </a:r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5205730" y="3205480"/>
            <a:ext cx="2744470" cy="9321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接受移位</a:t>
            </a:r>
            <a:r>
              <a:rPr lang="zh-CN" altLang="en-US"/>
              <a:t>寄存器</a:t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4501515" y="344995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786630" y="3450590"/>
            <a:ext cx="471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RX</a:t>
            </a:r>
            <a:endParaRPr lang="en-US" altLang="zh-CN"/>
          </a:p>
        </p:txBody>
      </p:sp>
      <p:sp>
        <p:nvSpPr>
          <p:cNvPr id="31" name="文本框 30"/>
          <p:cNvSpPr txBox="1"/>
          <p:nvPr/>
        </p:nvSpPr>
        <p:spPr>
          <a:xfrm>
            <a:off x="6224270" y="2579370"/>
            <a:ext cx="5816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↑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950200" y="170307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663305" y="1287780"/>
            <a:ext cx="4806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存储</a:t>
            </a:r>
            <a:r>
              <a:rPr lang="zh-CN" altLang="en-US"/>
              <a:t>数组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7887335" y="2118360"/>
            <a:ext cx="668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CPU</a:t>
            </a:r>
            <a:endParaRPr lang="en-US" altLang="zh-CN"/>
          </a:p>
        </p:txBody>
      </p:sp>
      <p:sp>
        <p:nvSpPr>
          <p:cNvPr id="36" name="文本框 35"/>
          <p:cNvSpPr txBox="1"/>
          <p:nvPr/>
        </p:nvSpPr>
        <p:spPr>
          <a:xfrm>
            <a:off x="3580130" y="4704080"/>
            <a:ext cx="4920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HAL_UART_Receive(UART_HandleTypeDef *huart, uint8_t *pData, uint16_t Size, uint32_t Timeout);</a:t>
            </a:r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684530" y="4959350"/>
            <a:ext cx="14351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会造成堵塞，但执行一次任务</a:t>
            </a:r>
            <a:r>
              <a:rPr lang="zh-CN" altLang="en-US"/>
              <a:t>可以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  <p:bldLst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43180" y="1064260"/>
            <a:ext cx="8978265" cy="3670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447800" y="362585"/>
            <a:ext cx="70853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中断模式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收发：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12140" y="6125181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圆角矩形 5"/>
          <p:cNvSpPr/>
          <p:nvPr/>
        </p:nvSpPr>
        <p:spPr>
          <a:xfrm>
            <a:off x="142875" y="1421130"/>
            <a:ext cx="2744470" cy="9321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发送数据</a:t>
            </a:r>
            <a:r>
              <a:rPr lang="zh-CN" altLang="en-US"/>
              <a:t>寄存器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142875" y="3227705"/>
            <a:ext cx="2744470" cy="9321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发送移位</a:t>
            </a:r>
            <a:r>
              <a:rPr lang="zh-CN" altLang="en-US"/>
              <a:t>寄存器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01930" y="4251960"/>
            <a:ext cx="3240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将数据转化为高低电平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93825" y="2579370"/>
            <a:ext cx="4279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84145" y="343281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6" name="图片 105"/>
          <p:cNvPicPr/>
          <p:nvPr/>
        </p:nvPicPr>
        <p:blipFill>
          <a:blip r:embed="rId1"/>
          <a:stretch>
            <a:fillRect/>
          </a:stretch>
        </p:blipFill>
        <p:spPr>
          <a:xfrm>
            <a:off x="3548380" y="3400425"/>
            <a:ext cx="996315" cy="4679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3051175" y="3450590"/>
            <a:ext cx="1090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TX</a:t>
            </a:r>
            <a:endParaRPr lang="en-US" altLang="zh-CN"/>
          </a:p>
        </p:txBody>
      </p:sp>
      <p:sp>
        <p:nvSpPr>
          <p:cNvPr id="24" name="圆角矩形 23"/>
          <p:cNvSpPr/>
          <p:nvPr/>
        </p:nvSpPr>
        <p:spPr>
          <a:xfrm>
            <a:off x="5142865" y="1421130"/>
            <a:ext cx="2744470" cy="9321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接</a:t>
            </a:r>
            <a:r>
              <a:rPr lang="zh-CN" altLang="en-US"/>
              <a:t>收数据</a:t>
            </a:r>
            <a:r>
              <a:rPr lang="zh-CN" altLang="en-US"/>
              <a:t>寄存器</a:t>
            </a:r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5205730" y="3205480"/>
            <a:ext cx="2744470" cy="9321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接受移位</a:t>
            </a:r>
            <a:r>
              <a:rPr lang="zh-CN" altLang="en-US"/>
              <a:t>寄存器</a:t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4501515" y="3449955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786630" y="3450590"/>
            <a:ext cx="471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RX</a:t>
            </a:r>
            <a:endParaRPr lang="en-US" altLang="zh-CN"/>
          </a:p>
        </p:txBody>
      </p:sp>
      <p:sp>
        <p:nvSpPr>
          <p:cNvPr id="31" name="文本框 30"/>
          <p:cNvSpPr txBox="1"/>
          <p:nvPr/>
        </p:nvSpPr>
        <p:spPr>
          <a:xfrm>
            <a:off x="6224270" y="2579370"/>
            <a:ext cx="5816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↑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950200" y="170307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362315" y="1241425"/>
            <a:ext cx="4806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存储</a:t>
            </a:r>
            <a:r>
              <a:rPr lang="zh-CN" altLang="en-US"/>
              <a:t>数组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759200" y="203835"/>
            <a:ext cx="4847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HAL_UART_Transmit_</a:t>
            </a:r>
            <a:r>
              <a:rPr lang="zh-CN" altLang="en-US">
                <a:highlight>
                  <a:srgbClr val="FFFF00"/>
                </a:highlight>
              </a:rPr>
              <a:t>IT</a:t>
            </a:r>
            <a:r>
              <a:rPr lang="zh-CN" altLang="en-US"/>
              <a:t>(UART_HandleTypeDef *huart, const uint8_t *pData, uint16_t Size);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388995" y="4734560"/>
            <a:ext cx="52177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HAL_UART_Receive_</a:t>
            </a:r>
            <a:r>
              <a:rPr lang="zh-CN" altLang="en-US">
                <a:highlight>
                  <a:srgbClr val="FFFF00"/>
                </a:highlight>
              </a:rPr>
              <a:t>IT</a:t>
            </a:r>
            <a:r>
              <a:rPr lang="zh-CN" altLang="en-US"/>
              <a:t>(UART_HandleTypeDef *huart, uint8_t *pData, uint16_t Size);</a:t>
            </a:r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3435350" y="1659255"/>
            <a:ext cx="1145540" cy="826770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CPU</a:t>
            </a:r>
            <a:r>
              <a:rPr lang="zh-CN" altLang="en-US"/>
              <a:t>反复</a:t>
            </a:r>
            <a:r>
              <a:rPr lang="zh-CN" altLang="en-US"/>
              <a:t>横跳</a:t>
            </a:r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671195" y="2472690"/>
            <a:ext cx="2030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发送寄存器空</a:t>
            </a:r>
            <a:r>
              <a:rPr lang="zh-CN" altLang="en-US"/>
              <a:t>中断</a:t>
            </a:r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5373370" y="2446020"/>
            <a:ext cx="2493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接收寄存器非空</a:t>
            </a:r>
            <a:r>
              <a:rPr lang="zh-CN" altLang="en-US"/>
              <a:t>中断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  <p:bldLst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1851645"/>
            <a:ext cx="4205521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03</a:t>
            </a:r>
            <a:endParaRPr lang="zh-CN" altLang="en-US" sz="199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25900" y="3075305"/>
            <a:ext cx="51727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串口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收发实操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862397" y="3807435"/>
            <a:ext cx="4663440" cy="108000"/>
            <a:chOff x="3649980" y="3375660"/>
            <a:chExt cx="4663440" cy="10800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3733800" y="3429660"/>
              <a:ext cx="4495800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/>
            <p:nvPr/>
          </p:nvSpPr>
          <p:spPr>
            <a:xfrm>
              <a:off x="364998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20542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 useBgFill="1">
        <p:nvSpPr>
          <p:cNvPr id="16" name="文本框 15"/>
          <p:cNvSpPr txBox="1"/>
          <p:nvPr/>
        </p:nvSpPr>
        <p:spPr>
          <a:xfrm>
            <a:off x="487591" y="3105835"/>
            <a:ext cx="3230339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THREE</a:t>
            </a:r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  <p:bldLst>
      <p:bldP spid="5" grpId="0"/>
      <p:bldP spid="7" grpId="0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2140" y="6125181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43205" y="1128395"/>
            <a:ext cx="8868410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314960" y="4540250"/>
            <a:ext cx="8573770" cy="1393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505" y="1287145"/>
            <a:ext cx="8489315" cy="48380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43685" y="174625"/>
            <a:ext cx="61169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配置时钟</a:t>
            </a:r>
            <a:r>
              <a:rPr lang="zh-CN" altLang="en-US"/>
              <a:t>树</a:t>
            </a:r>
            <a:endParaRPr lang="zh-CN" altLang="en-US"/>
          </a:p>
          <a:p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HSI 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高速内部时钟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芯片内部默认时钟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HSE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高速外部时钟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外接晶振的脉冲信号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精度高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64100" y="1586230"/>
            <a:ext cx="4582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2140" y="6125181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43205" y="1128395"/>
            <a:ext cx="8868410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390525" y="4540250"/>
            <a:ext cx="8573770" cy="1393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07" name="图片 106"/>
          <p:cNvPicPr/>
          <p:nvPr/>
        </p:nvPicPr>
        <p:blipFill>
          <a:blip r:embed="rId1"/>
          <a:stretch>
            <a:fillRect/>
          </a:stretch>
        </p:blipFill>
        <p:spPr>
          <a:xfrm>
            <a:off x="1276985" y="1223010"/>
            <a:ext cx="6557645" cy="44119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887855" y="336550"/>
            <a:ext cx="557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USART1</a:t>
            </a:r>
            <a:r>
              <a:rPr lang="zh-CN" altLang="en-US"/>
              <a:t>是</a:t>
            </a:r>
            <a:r>
              <a:rPr lang="en-US" altLang="zh-CN"/>
              <a:t>APB2</a:t>
            </a:r>
            <a:r>
              <a:rPr lang="zh-CN" altLang="en-US"/>
              <a:t>的外设，其他串口都是</a:t>
            </a:r>
            <a:r>
              <a:rPr lang="en-US" altLang="zh-CN"/>
              <a:t>APB1</a:t>
            </a:r>
            <a:r>
              <a:rPr lang="zh-CN" altLang="en-US"/>
              <a:t>的</a:t>
            </a:r>
            <a:r>
              <a:rPr lang="zh-CN" altLang="en-US"/>
              <a:t>外设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2140" y="6125181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43205" y="1128395"/>
            <a:ext cx="8868410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390525" y="4540250"/>
            <a:ext cx="8573770" cy="1393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11" name="图片 110"/>
          <p:cNvPicPr/>
          <p:nvPr/>
        </p:nvPicPr>
        <p:blipFill>
          <a:blip r:embed="rId1"/>
          <a:stretch>
            <a:fillRect/>
          </a:stretch>
        </p:blipFill>
        <p:spPr>
          <a:xfrm>
            <a:off x="1276985" y="615950"/>
            <a:ext cx="6769735" cy="4435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5445760" y="2832735"/>
            <a:ext cx="2961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发送数据的速率,单位位/秒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22645" y="3338195"/>
            <a:ext cx="3041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串行字节的二进制位数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77135" y="3504565"/>
            <a:ext cx="1500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奇偶校验位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2140" y="6125181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43205" y="1128395"/>
            <a:ext cx="8868410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</p:txBody>
      </p:sp>
      <p:pic>
        <p:nvPicPr>
          <p:cNvPr id="108" name="图片 107"/>
          <p:cNvPicPr/>
          <p:nvPr/>
        </p:nvPicPr>
        <p:blipFill>
          <a:blip r:embed="rId1"/>
          <a:stretch>
            <a:fillRect/>
          </a:stretch>
        </p:blipFill>
        <p:spPr>
          <a:xfrm>
            <a:off x="686435" y="1111250"/>
            <a:ext cx="3359150" cy="14147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4366260" y="1240155"/>
            <a:ext cx="43440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USART1</a:t>
            </a:r>
            <a:r>
              <a:rPr lang="zh-CN" altLang="en-US"/>
              <a:t>对应的中断处理函数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USART</a:t>
            </a:r>
            <a:r>
              <a:rPr lang="zh-CN" altLang="en-US"/>
              <a:t>里只有一个中断向量</a:t>
            </a:r>
            <a:endParaRPr lang="zh-CN" altLang="en-US"/>
          </a:p>
          <a:p>
            <a:r>
              <a:rPr lang="zh-CN" altLang="en-US"/>
              <a:t>需要简单判断何原因触发的中断</a:t>
            </a:r>
            <a:endParaRPr lang="zh-CN" altLang="en-US"/>
          </a:p>
        </p:txBody>
      </p:sp>
      <p:pic>
        <p:nvPicPr>
          <p:cNvPr id="110" name="图片 109"/>
          <p:cNvPicPr/>
          <p:nvPr/>
        </p:nvPicPr>
        <p:blipFill>
          <a:blip r:embed="rId2"/>
          <a:stretch>
            <a:fillRect/>
          </a:stretch>
        </p:blipFill>
        <p:spPr>
          <a:xfrm>
            <a:off x="1579245" y="2957195"/>
            <a:ext cx="7308850" cy="241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690880" y="2637790"/>
            <a:ext cx="5449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接受完成时会执行中断回调</a:t>
            </a:r>
            <a:r>
              <a:rPr lang="zh-CN" altLang="en-US"/>
              <a:t>函数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10870" y="3917315"/>
            <a:ext cx="11277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弱定义</a:t>
            </a:r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62025" y="5547995"/>
            <a:ext cx="6368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在其他执行函数中</a:t>
            </a:r>
            <a:r>
              <a:rPr lang="zh-CN" altLang="en-US"/>
              <a:t>调用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2140" y="6125181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43205" y="1128395"/>
            <a:ext cx="8868410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390525" y="4533900"/>
            <a:ext cx="8573770" cy="1393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722755" y="508635"/>
            <a:ext cx="4404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DMA-</a:t>
            </a:r>
            <a:r>
              <a:rPr lang="zh-CN" altLang="en-US"/>
              <a:t>直接内存</a:t>
            </a:r>
            <a:r>
              <a:rPr lang="zh-CN" altLang="en-US"/>
              <a:t>访问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981710" y="1169035"/>
            <a:ext cx="1117600" cy="5295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源</a:t>
            </a:r>
            <a:r>
              <a:rPr lang="zh-CN" altLang="en-US"/>
              <a:t>地址</a:t>
            </a: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3284220" y="1169035"/>
            <a:ext cx="1381760" cy="5295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目标</a:t>
            </a:r>
            <a:r>
              <a:rPr lang="zh-CN" altLang="en-US"/>
              <a:t>地址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963160" y="1156335"/>
            <a:ext cx="3134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DMA</a:t>
            </a:r>
            <a:r>
              <a:rPr lang="zh-CN" altLang="en-US"/>
              <a:t>中断完成</a:t>
            </a:r>
            <a:r>
              <a:rPr lang="zh-CN" altLang="en-US"/>
              <a:t>中断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1049020" y="2320925"/>
            <a:ext cx="1210310" cy="5295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内存</a:t>
            </a:r>
            <a:r>
              <a:rPr lang="zh-CN" altLang="en-US"/>
              <a:t>变量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4857750" y="3354705"/>
            <a:ext cx="1269365" cy="5295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内存</a:t>
            </a:r>
            <a:r>
              <a:rPr lang="zh-CN" altLang="en-US"/>
              <a:t>变量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3548380" y="2261870"/>
            <a:ext cx="2578735" cy="5295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发送数据</a:t>
            </a:r>
            <a:r>
              <a:rPr lang="zh-CN" altLang="en-US"/>
              <a:t>寄存器</a:t>
            </a:r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1049020" y="3351530"/>
            <a:ext cx="2492375" cy="5295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接收数据</a:t>
            </a:r>
            <a:r>
              <a:rPr lang="zh-CN" altLang="en-US"/>
              <a:t>寄存器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379345" y="1049655"/>
            <a:ext cx="76771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40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endParaRPr lang="zh-CN" altLang="en-US" sz="4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585720" y="2201545"/>
            <a:ext cx="76771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40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endParaRPr lang="zh-CN" altLang="en-US" sz="4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815715" y="3235325"/>
            <a:ext cx="76771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40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endParaRPr lang="zh-CN" altLang="en-US" sz="4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500062" y="961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2140" y="6125181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43205" y="1128395"/>
            <a:ext cx="8868410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243205" y="4462145"/>
            <a:ext cx="8573770" cy="1393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14" name="图片 113"/>
          <p:cNvPicPr/>
          <p:nvPr/>
        </p:nvPicPr>
        <p:blipFill>
          <a:blip r:embed="rId1"/>
          <a:stretch>
            <a:fillRect/>
          </a:stretch>
        </p:blipFill>
        <p:spPr>
          <a:xfrm>
            <a:off x="90170" y="633730"/>
            <a:ext cx="4083050" cy="26117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5" name="图片 114"/>
          <p:cNvPicPr/>
          <p:nvPr/>
        </p:nvPicPr>
        <p:blipFill>
          <a:blip r:embed="rId2"/>
          <a:stretch>
            <a:fillRect/>
          </a:stretch>
        </p:blipFill>
        <p:spPr>
          <a:xfrm>
            <a:off x="4622800" y="633730"/>
            <a:ext cx="3909060" cy="265239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6" name="直接箭头连接符 5"/>
          <p:cNvCxnSpPr/>
          <p:nvPr/>
        </p:nvCxnSpPr>
        <p:spPr>
          <a:xfrm flipH="1">
            <a:off x="532130" y="2465705"/>
            <a:ext cx="251460" cy="3575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 flipV="1">
            <a:off x="5478780" y="2155190"/>
            <a:ext cx="350520" cy="5816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83590" y="2225675"/>
            <a:ext cx="10318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添加</a:t>
            </a:r>
            <a:r>
              <a:rPr lang="en-US" altLang="zh-CN"/>
              <a:t>DMA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5888355" y="2537460"/>
            <a:ext cx="1845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选择通道功能</a:t>
            </a:r>
            <a:endParaRPr lang="zh-CN" altLang="en-US"/>
          </a:p>
        </p:txBody>
      </p:sp>
      <p:pic>
        <p:nvPicPr>
          <p:cNvPr id="116" name="图片 115"/>
          <p:cNvPicPr/>
          <p:nvPr/>
        </p:nvPicPr>
        <p:blipFill>
          <a:blip r:embed="rId3"/>
          <a:stretch>
            <a:fillRect/>
          </a:stretch>
        </p:blipFill>
        <p:spPr>
          <a:xfrm>
            <a:off x="90170" y="3418205"/>
            <a:ext cx="4082415" cy="259207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1" name="直接箭头连接符 10"/>
          <p:cNvCxnSpPr/>
          <p:nvPr/>
        </p:nvCxnSpPr>
        <p:spPr>
          <a:xfrm>
            <a:off x="2503170" y="5428615"/>
            <a:ext cx="0" cy="1854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614170" y="4952365"/>
            <a:ext cx="3008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是否进行数据</a:t>
            </a:r>
            <a:r>
              <a:rPr lang="zh-CN" altLang="en-US"/>
              <a:t>地址的</a:t>
            </a:r>
            <a:r>
              <a:rPr lang="zh-CN" altLang="en-US"/>
              <a:t>递增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138680" y="6330315"/>
            <a:ext cx="1699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字节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321810" y="5587365"/>
            <a:ext cx="16268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内存变量中是依次搬运，并非从一个地方取</a:t>
            </a:r>
            <a:r>
              <a:rPr lang="zh-CN" altLang="en-US"/>
              <a:t>数据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559935" y="3639185"/>
            <a:ext cx="42043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HAL_UART_Transmit_DMA(UART_HandleTypeDef *huart, const uint8_t *pData, uint16_t Size);</a:t>
            </a:r>
            <a:endParaRPr lang="zh-CN" altLang="en-US"/>
          </a:p>
          <a:p>
            <a:r>
              <a:rPr lang="zh-CN" altLang="en-US"/>
              <a:t>HAL_UART_Receive_DMA(UART_HandleTypeDef *huart, uint8_t *pData, uint16_t Size);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2140" y="6125181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43205" y="1128395"/>
            <a:ext cx="8868410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390525" y="4540250"/>
            <a:ext cx="8573770" cy="1393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649095" y="760095"/>
            <a:ext cx="5845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https://serial.baud-dance.com/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96085" y="430530"/>
            <a:ext cx="3928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波特律动网址：</a:t>
            </a:r>
            <a:endParaRPr lang="zh-CN" altLang="en-US"/>
          </a:p>
        </p:txBody>
      </p:sp>
      <p:pic>
        <p:nvPicPr>
          <p:cNvPr id="113" name="图片 112"/>
          <p:cNvPicPr/>
          <p:nvPr/>
        </p:nvPicPr>
        <p:blipFill>
          <a:blip r:embed="rId1"/>
          <a:stretch>
            <a:fillRect/>
          </a:stretch>
        </p:blipFill>
        <p:spPr>
          <a:xfrm>
            <a:off x="709930" y="1407795"/>
            <a:ext cx="5901690" cy="32512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" name="直接箭头连接符 6"/>
          <p:cNvCxnSpPr/>
          <p:nvPr/>
        </p:nvCxnSpPr>
        <p:spPr>
          <a:xfrm flipH="1">
            <a:off x="3124835" y="3007995"/>
            <a:ext cx="455930" cy="4895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508375" y="2637790"/>
            <a:ext cx="16789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数据格式，文本后者</a:t>
            </a:r>
            <a:r>
              <a:rPr lang="en-US" altLang="zh-CN">
                <a:solidFill>
                  <a:schemeClr val="bg1"/>
                </a:solidFill>
              </a:rPr>
              <a:t>ASCLL</a:t>
            </a:r>
            <a:r>
              <a:rPr lang="zh-CN" altLang="en-US">
                <a:solidFill>
                  <a:schemeClr val="bg1"/>
                </a:solidFill>
              </a:rPr>
              <a:t>码</a:t>
            </a:r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2496185" y="1918970"/>
            <a:ext cx="628650" cy="463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237230" y="1718310"/>
            <a:ext cx="2730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要和</a:t>
            </a:r>
            <a:r>
              <a:rPr lang="en-US" altLang="zh-CN">
                <a:solidFill>
                  <a:schemeClr val="bg1"/>
                </a:solidFill>
              </a:rPr>
              <a:t>cub</a:t>
            </a:r>
            <a:r>
              <a:rPr lang="zh-CN" altLang="en-US">
                <a:solidFill>
                  <a:schemeClr val="bg1"/>
                </a:solidFill>
              </a:rPr>
              <a:t>配置一致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17" name="图片 116"/>
          <p:cNvPicPr/>
          <p:nvPr/>
        </p:nvPicPr>
        <p:blipFill>
          <a:blip r:embed="rId2"/>
          <a:stretch>
            <a:fillRect/>
          </a:stretch>
        </p:blipFill>
        <p:spPr>
          <a:xfrm>
            <a:off x="5314950" y="260985"/>
            <a:ext cx="3395345" cy="158305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2" name="直接箭头连接符 11"/>
          <p:cNvCxnSpPr/>
          <p:nvPr/>
        </p:nvCxnSpPr>
        <p:spPr>
          <a:xfrm flipH="1">
            <a:off x="1920875" y="1156335"/>
            <a:ext cx="3161030" cy="3575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1851645"/>
            <a:ext cx="4205521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04</a:t>
            </a:r>
            <a:endParaRPr lang="zh-CN" altLang="en-US" sz="199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25900" y="3075305"/>
            <a:ext cx="51727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舵机</a:t>
            </a:r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讲解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862397" y="3807435"/>
            <a:ext cx="4663440" cy="108000"/>
            <a:chOff x="3649980" y="3375660"/>
            <a:chExt cx="4663440" cy="10800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3733800" y="3429660"/>
              <a:ext cx="4495800" cy="0"/>
            </a:xfrm>
            <a:prstGeom prst="line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/>
            <p:nvPr/>
          </p:nvSpPr>
          <p:spPr>
            <a:xfrm>
              <a:off x="364998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205420" y="3375660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 useBgFill="1">
        <p:nvSpPr>
          <p:cNvPr id="16" name="文本框 15"/>
          <p:cNvSpPr txBox="1"/>
          <p:nvPr/>
        </p:nvSpPr>
        <p:spPr>
          <a:xfrm>
            <a:off x="487591" y="3105835"/>
            <a:ext cx="3230339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THREE</a:t>
            </a:r>
            <a:endParaRPr lang="zh-CN" altLang="en-US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  <p:bldLst>
      <p:bldP spid="5" grpId="0"/>
      <p:bldP spid="7" grpId="0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2140" y="6125181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43205" y="1128395"/>
            <a:ext cx="8868410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</p:txBody>
      </p:sp>
      <p:sp>
        <p:nvSpPr>
          <p:cNvPr id="3" name="文本框 2"/>
          <p:cNvSpPr txBox="1"/>
          <p:nvPr/>
        </p:nvSpPr>
        <p:spPr>
          <a:xfrm>
            <a:off x="1536700" y="260985"/>
            <a:ext cx="685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SG90属于一种舵机，可直接由单片机驱动。</a:t>
            </a:r>
            <a:endParaRPr lang="zh-CN" altLang="en-US"/>
          </a:p>
        </p:txBody>
      </p:sp>
      <p:pic>
        <p:nvPicPr>
          <p:cNvPr id="118" name="图片 117"/>
          <p:cNvPicPr/>
          <p:nvPr/>
        </p:nvPicPr>
        <p:blipFill>
          <a:blip r:embed="rId1"/>
          <a:stretch>
            <a:fillRect/>
          </a:stretch>
        </p:blipFill>
        <p:spPr>
          <a:xfrm>
            <a:off x="5922010" y="311150"/>
            <a:ext cx="2743200" cy="19996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670560" y="1636395"/>
            <a:ext cx="50660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用一个时长为20ms的信号去控制舵机，信号的前一段为高电平，持续时间0.5ms到2.5ms，代表转动角度0-180或者360度，后半段为低电平，这就是PWM信号</a:t>
            </a:r>
            <a:endParaRPr lang="zh-CN" altLang="en-US"/>
          </a:p>
        </p:txBody>
      </p:sp>
      <p:pic>
        <p:nvPicPr>
          <p:cNvPr id="7" name="图片 6" descr="df9f8b236677b35cd1f79dcc61880d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45" y="3037205"/>
            <a:ext cx="4080510" cy="27317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70560" y="925830"/>
            <a:ext cx="50850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要低成本，信号线要少。其次，要满足任意角度和中途打断。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187950" y="3308985"/>
            <a:ext cx="34328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如果2.5ms为90度，那么36度的PWM信号是高电平时间长度是？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53990" y="4297680"/>
            <a:ext cx="3015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(2.5 - 0.5) / 90 * 36 + 0.5 = 1.3ms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2140" y="6125181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43205" y="1128395"/>
            <a:ext cx="8868410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390525" y="4540250"/>
            <a:ext cx="8573770" cy="1393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19" name="图片 118"/>
          <p:cNvPicPr/>
          <p:nvPr/>
        </p:nvPicPr>
        <p:blipFill>
          <a:blip r:embed="rId1"/>
          <a:stretch>
            <a:fillRect/>
          </a:stretch>
        </p:blipFill>
        <p:spPr>
          <a:xfrm>
            <a:off x="1990725" y="121920"/>
            <a:ext cx="5374005" cy="21151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0" name="图片 119"/>
          <p:cNvPicPr/>
          <p:nvPr/>
        </p:nvPicPr>
        <p:blipFill>
          <a:blip r:embed="rId2"/>
          <a:stretch>
            <a:fillRect/>
          </a:stretch>
        </p:blipFill>
        <p:spPr>
          <a:xfrm>
            <a:off x="1421765" y="2318385"/>
            <a:ext cx="7087235" cy="38969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7026275" y="637540"/>
            <a:ext cx="19380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棕色</a:t>
            </a:r>
            <a:r>
              <a:rPr lang="zh-CN" altLang="en-US"/>
              <a:t>地线</a:t>
            </a:r>
            <a:endParaRPr lang="zh-CN" altLang="en-US"/>
          </a:p>
          <a:p>
            <a:r>
              <a:rPr lang="zh-CN" altLang="en-US"/>
              <a:t>红色</a:t>
            </a:r>
            <a:r>
              <a:rPr lang="en-US" altLang="zh-CN"/>
              <a:t>5V</a:t>
            </a:r>
            <a:endParaRPr lang="en-US" altLang="zh-CN"/>
          </a:p>
          <a:p>
            <a:r>
              <a:rPr lang="zh-CN" altLang="en-US"/>
              <a:t>黄色</a:t>
            </a:r>
            <a:r>
              <a:rPr lang="zh-CN" altLang="en-US"/>
              <a:t>信号线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2140" y="6125181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90525" y="4540250"/>
            <a:ext cx="8573770" cy="1393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02" name="图片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1642745" y="125730"/>
            <a:ext cx="6069330" cy="60445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2140" y="6125181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43205" y="1128395"/>
            <a:ext cx="8868410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390525" y="4540250"/>
            <a:ext cx="8573770" cy="1393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03" name="图片 102"/>
          <p:cNvPicPr/>
          <p:nvPr/>
        </p:nvPicPr>
        <p:blipFill>
          <a:blip r:embed="rId1"/>
          <a:stretch>
            <a:fillRect/>
          </a:stretch>
        </p:blipFill>
        <p:spPr>
          <a:xfrm>
            <a:off x="424815" y="925830"/>
            <a:ext cx="8686800" cy="4381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3" name="图片 122"/>
          <p:cNvPicPr/>
          <p:nvPr/>
        </p:nvPicPr>
        <p:blipFill>
          <a:blip r:embed="rId1"/>
          <a:stretch>
            <a:fillRect/>
          </a:stretch>
        </p:blipFill>
        <p:spPr>
          <a:xfrm>
            <a:off x="604520" y="1200785"/>
            <a:ext cx="7417435" cy="4000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95960" y="455295"/>
            <a:ext cx="7486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修改时钟频率和预分频器的值可以修改计数器计数的</a:t>
            </a:r>
            <a:r>
              <a:rPr lang="zh-CN" altLang="en-US"/>
              <a:t>速度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random/>
      </p:transition>
    </mc:Choice>
    <mc:Fallback>
      <p:transition spd="slow" advTm="0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2140" y="6125181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43205" y="1128395"/>
            <a:ext cx="8868410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390525" y="4553585"/>
            <a:ext cx="8573770" cy="1393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682750" y="2221230"/>
            <a:ext cx="5356860" cy="20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>
            <a:off x="4248785" y="1698625"/>
            <a:ext cx="6350" cy="4762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7039610" y="1632585"/>
            <a:ext cx="19685" cy="5422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590030" y="2386330"/>
            <a:ext cx="1375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ARR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917950" y="2432685"/>
            <a:ext cx="820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CCR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106170" y="3740150"/>
            <a:ext cx="73672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只有基础时钟是无法产生PWM信号的，因为它只能提供循环固定间隔，不能将间隔分为前半段和后半段，进而产生PWM。为了做到这点，需要给循环计数器加一个比较数字CCR，当计数器的值更新时，与CCR比较，并对外输出比较的结果，以方便做其他动作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11187" y="261275"/>
            <a:ext cx="666069" cy="664458"/>
            <a:chOff x="611187" y="261275"/>
            <a:chExt cx="666069" cy="66445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12140" y="6125181"/>
            <a:ext cx="7994967" cy="90386"/>
            <a:chOff x="647702" y="5265146"/>
            <a:chExt cx="7921940" cy="90386"/>
          </a:xfrm>
        </p:grpSpPr>
        <p:cxnSp>
          <p:nvCxnSpPr>
            <p:cNvPr id="25" name="直接连接符 24"/>
            <p:cNvCxnSpPr>
              <a:endCxn id="35" idx="2"/>
            </p:cNvCxnSpPr>
            <p:nvPr/>
          </p:nvCxnSpPr>
          <p:spPr>
            <a:xfrm>
              <a:off x="705811" y="5310339"/>
              <a:ext cx="7790173" cy="0"/>
            </a:xfrm>
            <a:prstGeom prst="line">
              <a:avLst/>
            </a:pr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647702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8495984" y="5265146"/>
              <a:ext cx="73658" cy="90386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220659" y="6519446"/>
            <a:ext cx="8024939" cy="338554"/>
            <a:chOff x="1277256" y="6519446"/>
            <a:chExt cx="8024939" cy="338554"/>
          </a:xfrm>
        </p:grpSpPr>
        <p:sp>
          <p:nvSpPr>
            <p:cNvPr id="20" name="矩形 19"/>
            <p:cNvSpPr/>
            <p:nvPr/>
          </p:nvSpPr>
          <p:spPr>
            <a:xfrm>
              <a:off x="8766881" y="6519446"/>
              <a:ext cx="432000" cy="338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663567" y="6519446"/>
              <a:ext cx="638628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77256" y="6519446"/>
              <a:ext cx="748962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电控组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43205" y="1128395"/>
            <a:ext cx="8868410" cy="365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390525" y="4540250"/>
            <a:ext cx="8573770" cy="1393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122" name="图片 121"/>
          <p:cNvPicPr/>
          <p:nvPr/>
        </p:nvPicPr>
        <p:blipFill>
          <a:blip r:embed="rId1"/>
          <a:stretch>
            <a:fillRect/>
          </a:stretch>
        </p:blipFill>
        <p:spPr>
          <a:xfrm>
            <a:off x="1149985" y="194310"/>
            <a:ext cx="7486650" cy="3619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图片 103"/>
          <p:cNvPicPr/>
          <p:nvPr/>
        </p:nvPicPr>
        <p:blipFill>
          <a:blip r:embed="rId2"/>
          <a:stretch>
            <a:fillRect/>
          </a:stretch>
        </p:blipFill>
        <p:spPr>
          <a:xfrm>
            <a:off x="1088390" y="3923665"/>
            <a:ext cx="7518400" cy="26269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-17145" y="2402852"/>
            <a:ext cx="9161315" cy="2105686"/>
          </a:xfrm>
          <a:prstGeom prst="rect">
            <a:avLst/>
          </a:prstGeom>
          <a:solidFill>
            <a:srgbClr val="5B5E77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4" name="矩形 23"/>
          <p:cNvSpPr/>
          <p:nvPr/>
        </p:nvSpPr>
        <p:spPr>
          <a:xfrm>
            <a:off x="3600145" y="2526185"/>
            <a:ext cx="5561170" cy="1931695"/>
          </a:xfrm>
          <a:custGeom>
            <a:avLst/>
            <a:gdLst>
              <a:gd name="connsiteX0" fmla="*/ 0 w 6480720"/>
              <a:gd name="connsiteY0" fmla="*/ 0 h 3104728"/>
              <a:gd name="connsiteX1" fmla="*/ 6480720 w 6480720"/>
              <a:gd name="connsiteY1" fmla="*/ 0 h 3104728"/>
              <a:gd name="connsiteX2" fmla="*/ 6480720 w 6480720"/>
              <a:gd name="connsiteY2" fmla="*/ 3104728 h 3104728"/>
              <a:gd name="connsiteX3" fmla="*/ 0 w 6480720"/>
              <a:gd name="connsiteY3" fmla="*/ 3104728 h 3104728"/>
              <a:gd name="connsiteX4" fmla="*/ 0 w 6480720"/>
              <a:gd name="connsiteY4" fmla="*/ 0 h 3104728"/>
              <a:gd name="connsiteX0-1" fmla="*/ 1190065 w 6480720"/>
              <a:gd name="connsiteY0-2" fmla="*/ 0 h 3104728"/>
              <a:gd name="connsiteX1-3" fmla="*/ 6480720 w 6480720"/>
              <a:gd name="connsiteY1-4" fmla="*/ 0 h 3104728"/>
              <a:gd name="connsiteX2-5" fmla="*/ 6480720 w 6480720"/>
              <a:gd name="connsiteY2-6" fmla="*/ 3104728 h 3104728"/>
              <a:gd name="connsiteX3-7" fmla="*/ 0 w 6480720"/>
              <a:gd name="connsiteY3-8" fmla="*/ 3104728 h 3104728"/>
              <a:gd name="connsiteX4-9" fmla="*/ 1190065 w 6480720"/>
              <a:gd name="connsiteY4-10" fmla="*/ 0 h 310472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80720" h="3104728">
                <a:moveTo>
                  <a:pt x="1190065" y="0"/>
                </a:moveTo>
                <a:lnTo>
                  <a:pt x="6480720" y="0"/>
                </a:lnTo>
                <a:lnTo>
                  <a:pt x="6480720" y="3104728"/>
                </a:lnTo>
                <a:lnTo>
                  <a:pt x="0" y="3104728"/>
                </a:lnTo>
                <a:lnTo>
                  <a:pt x="1190065" y="0"/>
                </a:lnTo>
                <a:close/>
              </a:path>
            </a:pathLst>
          </a:custGeom>
          <a:solidFill>
            <a:srgbClr val="414455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6" name="TextBox 7"/>
          <p:cNvSpPr>
            <a:spLocks noChangeArrowheads="1"/>
          </p:cNvSpPr>
          <p:nvPr/>
        </p:nvSpPr>
        <p:spPr bwMode="auto">
          <a:xfrm>
            <a:off x="4356032" y="2856452"/>
            <a:ext cx="4697299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THANKS</a:t>
            </a:r>
            <a:r>
              <a:rPr lang="zh-CN" altLang="en-US" sz="4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！</a:t>
            </a:r>
            <a:endParaRPr lang="zh-CN" altLang="en-US" sz="4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4949943" y="3622761"/>
            <a:ext cx="3671452" cy="0"/>
          </a:xfrm>
          <a:prstGeom prst="line">
            <a:avLst/>
          </a:prstGeom>
          <a:ln w="1905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7"/>
          <p:cNvSpPr>
            <a:spLocks noChangeArrowheads="1"/>
          </p:cNvSpPr>
          <p:nvPr/>
        </p:nvSpPr>
        <p:spPr bwMode="auto">
          <a:xfrm>
            <a:off x="6329861" y="3689185"/>
            <a:ext cx="329350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Aurora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战队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5435871" y="1821826"/>
            <a:ext cx="502789" cy="453322"/>
            <a:chOff x="5424755" y="1340768"/>
            <a:chExt cx="670560" cy="604586"/>
          </a:xfrm>
        </p:grpSpPr>
        <p:grpSp>
          <p:nvGrpSpPr>
            <p:cNvPr id="60" name="组合 59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2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1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sp>
        <p:nvSpPr>
          <p:cNvPr id="64" name="Freeform 126"/>
          <p:cNvSpPr>
            <a:spLocks noChangeAspect="1" noEditPoints="1"/>
          </p:cNvSpPr>
          <p:nvPr/>
        </p:nvSpPr>
        <p:spPr bwMode="auto">
          <a:xfrm>
            <a:off x="5585723" y="1927812"/>
            <a:ext cx="200874" cy="251355"/>
          </a:xfrm>
          <a:custGeom>
            <a:avLst/>
            <a:gdLst>
              <a:gd name="T0" fmla="*/ 48 w 81"/>
              <a:gd name="T1" fmla="*/ 27 h 101"/>
              <a:gd name="T2" fmla="*/ 4 w 81"/>
              <a:gd name="T3" fmla="*/ 48 h 101"/>
              <a:gd name="T4" fmla="*/ 0 w 81"/>
              <a:gd name="T5" fmla="*/ 31 h 101"/>
              <a:gd name="T6" fmla="*/ 58 w 81"/>
              <a:gd name="T7" fmla="*/ 90 h 101"/>
              <a:gd name="T8" fmla="*/ 81 w 81"/>
              <a:gd name="T9" fmla="*/ 98 h 101"/>
              <a:gd name="T10" fmla="*/ 58 w 81"/>
              <a:gd name="T11" fmla="*/ 90 h 101"/>
              <a:gd name="T12" fmla="*/ 53 w 81"/>
              <a:gd name="T13" fmla="*/ 101 h 101"/>
              <a:gd name="T14" fmla="*/ 29 w 81"/>
              <a:gd name="T15" fmla="*/ 98 h 101"/>
              <a:gd name="T16" fmla="*/ 0 w 81"/>
              <a:gd name="T17" fmla="*/ 90 h 101"/>
              <a:gd name="T18" fmla="*/ 29 w 81"/>
              <a:gd name="T19" fmla="*/ 87 h 101"/>
              <a:gd name="T20" fmla="*/ 38 w 81"/>
              <a:gd name="T21" fmla="*/ 76 h 101"/>
              <a:gd name="T22" fmla="*/ 0 w 81"/>
              <a:gd name="T23" fmla="*/ 72 h 101"/>
              <a:gd name="T24" fmla="*/ 4 w 81"/>
              <a:gd name="T25" fmla="*/ 54 h 101"/>
              <a:gd name="T26" fmla="*/ 48 w 81"/>
              <a:gd name="T27" fmla="*/ 76 h 101"/>
              <a:gd name="T28" fmla="*/ 44 w 81"/>
              <a:gd name="T29" fmla="*/ 87 h 101"/>
              <a:gd name="T30" fmla="*/ 53 w 81"/>
              <a:gd name="T31" fmla="*/ 90 h 101"/>
              <a:gd name="T32" fmla="*/ 4 w 81"/>
              <a:gd name="T33" fmla="*/ 0 h 101"/>
              <a:gd name="T34" fmla="*/ 48 w 81"/>
              <a:gd name="T35" fmla="*/ 21 h 101"/>
              <a:gd name="T36" fmla="*/ 0 w 81"/>
              <a:gd name="T37" fmla="*/ 17 h 101"/>
              <a:gd name="T38" fmla="*/ 4 w 81"/>
              <a:gd name="T39" fmla="*/ 0 h 101"/>
              <a:gd name="T40" fmla="*/ 53 w 81"/>
              <a:gd name="T41" fmla="*/ 76 h 101"/>
              <a:gd name="T42" fmla="*/ 81 w 81"/>
              <a:gd name="T43" fmla="*/ 72 h 101"/>
              <a:gd name="T44" fmla="*/ 77 w 81"/>
              <a:gd name="T45" fmla="*/ 54 h 101"/>
              <a:gd name="T46" fmla="*/ 59 w 81"/>
              <a:gd name="T47" fmla="*/ 8 h 101"/>
              <a:gd name="T48" fmla="*/ 69 w 81"/>
              <a:gd name="T49" fmla="*/ 13 h 101"/>
              <a:gd name="T50" fmla="*/ 59 w 81"/>
              <a:gd name="T51" fmla="*/ 8 h 101"/>
              <a:gd name="T52" fmla="*/ 69 w 81"/>
              <a:gd name="T53" fmla="*/ 63 h 101"/>
              <a:gd name="T54" fmla="*/ 59 w 81"/>
              <a:gd name="T55" fmla="*/ 67 h 101"/>
              <a:gd name="T56" fmla="*/ 59 w 81"/>
              <a:gd name="T57" fmla="*/ 35 h 101"/>
              <a:gd name="T58" fmla="*/ 69 w 81"/>
              <a:gd name="T59" fmla="*/ 40 h 101"/>
              <a:gd name="T60" fmla="*/ 59 w 81"/>
              <a:gd name="T61" fmla="*/ 35 h 101"/>
              <a:gd name="T62" fmla="*/ 53 w 81"/>
              <a:gd name="T63" fmla="*/ 21 h 101"/>
              <a:gd name="T64" fmla="*/ 81 w 81"/>
              <a:gd name="T65" fmla="*/ 17 h 101"/>
              <a:gd name="T66" fmla="*/ 77 w 81"/>
              <a:gd name="T67" fmla="*/ 0 h 101"/>
              <a:gd name="T68" fmla="*/ 53 w 81"/>
              <a:gd name="T69" fmla="*/ 27 h 101"/>
              <a:gd name="T70" fmla="*/ 77 w 81"/>
              <a:gd name="T71" fmla="*/ 48 h 101"/>
              <a:gd name="T72" fmla="*/ 81 w 81"/>
              <a:gd name="T73" fmla="*/ 31 h 101"/>
              <a:gd name="T74" fmla="*/ 53 w 81"/>
              <a:gd name="T75" fmla="*/ 27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81" h="101">
                <a:moveTo>
                  <a:pt x="4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8" y="48"/>
                  <a:pt x="48" y="48"/>
                  <a:pt x="4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29"/>
                  <a:pt x="2" y="27"/>
                  <a:pt x="4" y="27"/>
                </a:cubicBezTo>
                <a:close/>
                <a:moveTo>
                  <a:pt x="58" y="90"/>
                </a:moveTo>
                <a:cubicBezTo>
                  <a:pt x="81" y="90"/>
                  <a:pt x="81" y="90"/>
                  <a:pt x="81" y="90"/>
                </a:cubicBezTo>
                <a:cubicBezTo>
                  <a:pt x="81" y="98"/>
                  <a:pt x="81" y="98"/>
                  <a:pt x="81" y="98"/>
                </a:cubicBezTo>
                <a:cubicBezTo>
                  <a:pt x="58" y="98"/>
                  <a:pt x="58" y="98"/>
                  <a:pt x="58" y="98"/>
                </a:cubicBezTo>
                <a:cubicBezTo>
                  <a:pt x="58" y="90"/>
                  <a:pt x="58" y="90"/>
                  <a:pt x="58" y="90"/>
                </a:cubicBezTo>
                <a:close/>
                <a:moveTo>
                  <a:pt x="53" y="98"/>
                </a:moveTo>
                <a:cubicBezTo>
                  <a:pt x="53" y="101"/>
                  <a:pt x="53" y="101"/>
                  <a:pt x="53" y="101"/>
                </a:cubicBezTo>
                <a:cubicBezTo>
                  <a:pt x="29" y="101"/>
                  <a:pt x="29" y="101"/>
                  <a:pt x="29" y="101"/>
                </a:cubicBezTo>
                <a:cubicBezTo>
                  <a:pt x="29" y="98"/>
                  <a:pt x="29" y="98"/>
                  <a:pt x="29" y="98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0"/>
                  <a:pt x="0" y="90"/>
                  <a:pt x="0" y="90"/>
                </a:cubicBezTo>
                <a:cubicBezTo>
                  <a:pt x="29" y="90"/>
                  <a:pt x="29" y="90"/>
                  <a:pt x="29" y="90"/>
                </a:cubicBezTo>
                <a:cubicBezTo>
                  <a:pt x="29" y="87"/>
                  <a:pt x="29" y="87"/>
                  <a:pt x="29" y="87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76"/>
                  <a:pt x="38" y="76"/>
                  <a:pt x="38" y="76"/>
                </a:cubicBezTo>
                <a:cubicBezTo>
                  <a:pt x="4" y="76"/>
                  <a:pt x="4" y="76"/>
                  <a:pt x="4" y="76"/>
                </a:cubicBezTo>
                <a:cubicBezTo>
                  <a:pt x="2" y="76"/>
                  <a:pt x="0" y="74"/>
                  <a:pt x="0" y="72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56"/>
                  <a:pt x="2" y="54"/>
                  <a:pt x="4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48" y="76"/>
                  <a:pt x="48" y="76"/>
                  <a:pt x="48" y="76"/>
                </a:cubicBezTo>
                <a:cubicBezTo>
                  <a:pt x="44" y="76"/>
                  <a:pt x="44" y="76"/>
                  <a:pt x="44" y="76"/>
                </a:cubicBezTo>
                <a:cubicBezTo>
                  <a:pt x="44" y="87"/>
                  <a:pt x="44" y="87"/>
                  <a:pt x="44" y="87"/>
                </a:cubicBezTo>
                <a:cubicBezTo>
                  <a:pt x="53" y="87"/>
                  <a:pt x="53" y="87"/>
                  <a:pt x="53" y="87"/>
                </a:cubicBezTo>
                <a:cubicBezTo>
                  <a:pt x="53" y="90"/>
                  <a:pt x="53" y="90"/>
                  <a:pt x="53" y="90"/>
                </a:cubicBezTo>
                <a:cubicBezTo>
                  <a:pt x="53" y="98"/>
                  <a:pt x="53" y="98"/>
                  <a:pt x="53" y="98"/>
                </a:cubicBezTo>
                <a:close/>
                <a:moveTo>
                  <a:pt x="4" y="0"/>
                </a:moveTo>
                <a:cubicBezTo>
                  <a:pt x="48" y="0"/>
                  <a:pt x="48" y="0"/>
                  <a:pt x="48" y="0"/>
                </a:cubicBezTo>
                <a:cubicBezTo>
                  <a:pt x="48" y="21"/>
                  <a:pt x="48" y="21"/>
                  <a:pt x="48" y="21"/>
                </a:cubicBezTo>
                <a:cubicBezTo>
                  <a:pt x="4" y="21"/>
                  <a:pt x="4" y="21"/>
                  <a:pt x="4" y="21"/>
                </a:cubicBezTo>
                <a:cubicBezTo>
                  <a:pt x="2" y="21"/>
                  <a:pt x="0" y="19"/>
                  <a:pt x="0" y="17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  <a:moveTo>
                  <a:pt x="53" y="54"/>
                </a:moveTo>
                <a:cubicBezTo>
                  <a:pt x="53" y="76"/>
                  <a:pt x="53" y="76"/>
                  <a:pt x="53" y="76"/>
                </a:cubicBezTo>
                <a:cubicBezTo>
                  <a:pt x="77" y="76"/>
                  <a:pt x="77" y="76"/>
                  <a:pt x="77" y="76"/>
                </a:cubicBezTo>
                <a:cubicBezTo>
                  <a:pt x="79" y="76"/>
                  <a:pt x="81" y="74"/>
                  <a:pt x="81" y="72"/>
                </a:cubicBezTo>
                <a:cubicBezTo>
                  <a:pt x="81" y="58"/>
                  <a:pt x="81" y="58"/>
                  <a:pt x="81" y="58"/>
                </a:cubicBezTo>
                <a:cubicBezTo>
                  <a:pt x="81" y="56"/>
                  <a:pt x="79" y="54"/>
                  <a:pt x="77" y="54"/>
                </a:cubicBezTo>
                <a:cubicBezTo>
                  <a:pt x="53" y="54"/>
                  <a:pt x="53" y="54"/>
                  <a:pt x="53" y="54"/>
                </a:cubicBezTo>
                <a:close/>
                <a:moveTo>
                  <a:pt x="59" y="8"/>
                </a:moveTo>
                <a:cubicBezTo>
                  <a:pt x="69" y="8"/>
                  <a:pt x="69" y="8"/>
                  <a:pt x="69" y="8"/>
                </a:cubicBezTo>
                <a:cubicBezTo>
                  <a:pt x="69" y="13"/>
                  <a:pt x="69" y="13"/>
                  <a:pt x="69" y="13"/>
                </a:cubicBezTo>
                <a:cubicBezTo>
                  <a:pt x="59" y="13"/>
                  <a:pt x="59" y="13"/>
                  <a:pt x="59" y="13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59" y="63"/>
                </a:moveTo>
                <a:cubicBezTo>
                  <a:pt x="69" y="63"/>
                  <a:pt x="69" y="63"/>
                  <a:pt x="69" y="63"/>
                </a:cubicBezTo>
                <a:cubicBezTo>
                  <a:pt x="69" y="67"/>
                  <a:pt x="69" y="67"/>
                  <a:pt x="69" y="67"/>
                </a:cubicBezTo>
                <a:cubicBezTo>
                  <a:pt x="59" y="67"/>
                  <a:pt x="59" y="67"/>
                  <a:pt x="59" y="67"/>
                </a:cubicBezTo>
                <a:cubicBezTo>
                  <a:pt x="59" y="63"/>
                  <a:pt x="59" y="63"/>
                  <a:pt x="59" y="63"/>
                </a:cubicBezTo>
                <a:close/>
                <a:moveTo>
                  <a:pt x="59" y="35"/>
                </a:moveTo>
                <a:cubicBezTo>
                  <a:pt x="69" y="35"/>
                  <a:pt x="69" y="35"/>
                  <a:pt x="69" y="35"/>
                </a:cubicBezTo>
                <a:cubicBezTo>
                  <a:pt x="69" y="40"/>
                  <a:pt x="69" y="40"/>
                  <a:pt x="69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59" y="35"/>
                  <a:pt x="59" y="35"/>
                  <a:pt x="59" y="35"/>
                </a:cubicBezTo>
                <a:close/>
                <a:moveTo>
                  <a:pt x="53" y="0"/>
                </a:moveTo>
                <a:cubicBezTo>
                  <a:pt x="53" y="21"/>
                  <a:pt x="53" y="21"/>
                  <a:pt x="53" y="21"/>
                </a:cubicBezTo>
                <a:cubicBezTo>
                  <a:pt x="77" y="21"/>
                  <a:pt x="77" y="21"/>
                  <a:pt x="77" y="21"/>
                </a:cubicBezTo>
                <a:cubicBezTo>
                  <a:pt x="79" y="21"/>
                  <a:pt x="81" y="19"/>
                  <a:pt x="81" y="17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2"/>
                  <a:pt x="79" y="0"/>
                  <a:pt x="77" y="0"/>
                </a:cubicBezTo>
                <a:cubicBezTo>
                  <a:pt x="53" y="0"/>
                  <a:pt x="53" y="0"/>
                  <a:pt x="53" y="0"/>
                </a:cubicBezTo>
                <a:close/>
                <a:moveTo>
                  <a:pt x="53" y="27"/>
                </a:moveTo>
                <a:cubicBezTo>
                  <a:pt x="53" y="48"/>
                  <a:pt x="53" y="48"/>
                  <a:pt x="53" y="48"/>
                </a:cubicBezTo>
                <a:cubicBezTo>
                  <a:pt x="77" y="48"/>
                  <a:pt x="77" y="48"/>
                  <a:pt x="77" y="48"/>
                </a:cubicBezTo>
                <a:cubicBezTo>
                  <a:pt x="79" y="48"/>
                  <a:pt x="81" y="46"/>
                  <a:pt x="81" y="44"/>
                </a:cubicBezTo>
                <a:cubicBezTo>
                  <a:pt x="81" y="31"/>
                  <a:pt x="81" y="31"/>
                  <a:pt x="81" y="31"/>
                </a:cubicBezTo>
                <a:cubicBezTo>
                  <a:pt x="81" y="29"/>
                  <a:pt x="79" y="27"/>
                  <a:pt x="77" y="27"/>
                </a:cubicBezTo>
                <a:lnTo>
                  <a:pt x="53" y="27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6093566" y="1809242"/>
            <a:ext cx="502789" cy="453322"/>
            <a:chOff x="5424755" y="1340768"/>
            <a:chExt cx="670560" cy="604586"/>
          </a:xfrm>
        </p:grpSpPr>
        <p:grpSp>
          <p:nvGrpSpPr>
            <p:cNvPr id="66" name="组合 65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68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7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sp>
        <p:nvSpPr>
          <p:cNvPr id="70" name="Freeform 261"/>
          <p:cNvSpPr/>
          <p:nvPr/>
        </p:nvSpPr>
        <p:spPr bwMode="auto">
          <a:xfrm>
            <a:off x="6221684" y="1937926"/>
            <a:ext cx="244343" cy="244343"/>
          </a:xfrm>
          <a:custGeom>
            <a:avLst/>
            <a:gdLst>
              <a:gd name="T0" fmla="*/ 84 w 86"/>
              <a:gd name="T1" fmla="*/ 13 h 86"/>
              <a:gd name="T2" fmla="*/ 74 w 86"/>
              <a:gd name="T3" fmla="*/ 1 h 86"/>
              <a:gd name="T4" fmla="*/ 72 w 86"/>
              <a:gd name="T5" fmla="*/ 1 h 86"/>
              <a:gd name="T6" fmla="*/ 71 w 86"/>
              <a:gd name="T7" fmla="*/ 1 h 86"/>
              <a:gd name="T8" fmla="*/ 69 w 86"/>
              <a:gd name="T9" fmla="*/ 4 h 86"/>
              <a:gd name="T10" fmla="*/ 69 w 86"/>
              <a:gd name="T11" fmla="*/ 10 h 86"/>
              <a:gd name="T12" fmla="*/ 59 w 86"/>
              <a:gd name="T13" fmla="*/ 10 h 86"/>
              <a:gd name="T14" fmla="*/ 59 w 86"/>
              <a:gd name="T15" fmla="*/ 1 h 86"/>
              <a:gd name="T16" fmla="*/ 58 w 86"/>
              <a:gd name="T17" fmla="*/ 0 h 86"/>
              <a:gd name="T18" fmla="*/ 46 w 86"/>
              <a:gd name="T19" fmla="*/ 0 h 86"/>
              <a:gd name="T20" fmla="*/ 45 w 86"/>
              <a:gd name="T21" fmla="*/ 1 h 86"/>
              <a:gd name="T22" fmla="*/ 45 w 86"/>
              <a:gd name="T23" fmla="*/ 10 h 86"/>
              <a:gd name="T24" fmla="*/ 44 w 86"/>
              <a:gd name="T25" fmla="*/ 13 h 86"/>
              <a:gd name="T26" fmla="*/ 44 w 86"/>
              <a:gd name="T27" fmla="*/ 21 h 86"/>
              <a:gd name="T28" fmla="*/ 45 w 86"/>
              <a:gd name="T29" fmla="*/ 24 h 86"/>
              <a:gd name="T30" fmla="*/ 45 w 86"/>
              <a:gd name="T31" fmla="*/ 27 h 86"/>
              <a:gd name="T32" fmla="*/ 37 w 86"/>
              <a:gd name="T33" fmla="*/ 27 h 86"/>
              <a:gd name="T34" fmla="*/ 37 w 86"/>
              <a:gd name="T35" fmla="*/ 21 h 86"/>
              <a:gd name="T36" fmla="*/ 34 w 86"/>
              <a:gd name="T37" fmla="*/ 18 h 86"/>
              <a:gd name="T38" fmla="*/ 32 w 86"/>
              <a:gd name="T39" fmla="*/ 18 h 86"/>
              <a:gd name="T40" fmla="*/ 29 w 86"/>
              <a:gd name="T41" fmla="*/ 18 h 86"/>
              <a:gd name="T42" fmla="*/ 3 w 86"/>
              <a:gd name="T43" fmla="*/ 30 h 86"/>
              <a:gd name="T44" fmla="*/ 0 w 86"/>
              <a:gd name="T45" fmla="*/ 34 h 86"/>
              <a:gd name="T46" fmla="*/ 3 w 86"/>
              <a:gd name="T47" fmla="*/ 38 h 86"/>
              <a:gd name="T48" fmla="*/ 29 w 86"/>
              <a:gd name="T49" fmla="*/ 50 h 86"/>
              <a:gd name="T50" fmla="*/ 31 w 86"/>
              <a:gd name="T51" fmla="*/ 51 h 86"/>
              <a:gd name="T52" fmla="*/ 34 w 86"/>
              <a:gd name="T53" fmla="*/ 50 h 86"/>
              <a:gd name="T54" fmla="*/ 37 w 86"/>
              <a:gd name="T55" fmla="*/ 47 h 86"/>
              <a:gd name="T56" fmla="*/ 37 w 86"/>
              <a:gd name="T57" fmla="*/ 42 h 86"/>
              <a:gd name="T58" fmla="*/ 45 w 86"/>
              <a:gd name="T59" fmla="*/ 42 h 86"/>
              <a:gd name="T60" fmla="*/ 45 w 86"/>
              <a:gd name="T61" fmla="*/ 85 h 86"/>
              <a:gd name="T62" fmla="*/ 46 w 86"/>
              <a:gd name="T63" fmla="*/ 86 h 86"/>
              <a:gd name="T64" fmla="*/ 58 w 86"/>
              <a:gd name="T65" fmla="*/ 86 h 86"/>
              <a:gd name="T66" fmla="*/ 59 w 86"/>
              <a:gd name="T67" fmla="*/ 85 h 86"/>
              <a:gd name="T68" fmla="*/ 59 w 86"/>
              <a:gd name="T69" fmla="*/ 41 h 86"/>
              <a:gd name="T70" fmla="*/ 62 w 86"/>
              <a:gd name="T71" fmla="*/ 38 h 86"/>
              <a:gd name="T72" fmla="*/ 62 w 86"/>
              <a:gd name="T73" fmla="*/ 30 h 86"/>
              <a:gd name="T74" fmla="*/ 59 w 86"/>
              <a:gd name="T75" fmla="*/ 27 h 86"/>
              <a:gd name="T76" fmla="*/ 59 w 86"/>
              <a:gd name="T77" fmla="*/ 25 h 86"/>
              <a:gd name="T78" fmla="*/ 69 w 86"/>
              <a:gd name="T79" fmla="*/ 25 h 86"/>
              <a:gd name="T80" fmla="*/ 69 w 86"/>
              <a:gd name="T81" fmla="*/ 30 h 86"/>
              <a:gd name="T82" fmla="*/ 71 w 86"/>
              <a:gd name="T83" fmla="*/ 33 h 86"/>
              <a:gd name="T84" fmla="*/ 73 w 86"/>
              <a:gd name="T85" fmla="*/ 34 h 86"/>
              <a:gd name="T86" fmla="*/ 74 w 86"/>
              <a:gd name="T87" fmla="*/ 33 h 86"/>
              <a:gd name="T88" fmla="*/ 84 w 86"/>
              <a:gd name="T89" fmla="*/ 21 h 86"/>
              <a:gd name="T90" fmla="*/ 86 w 86"/>
              <a:gd name="T91" fmla="*/ 17 h 86"/>
              <a:gd name="T92" fmla="*/ 84 w 86"/>
              <a:gd name="T93" fmla="*/ 13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6" h="86">
                <a:moveTo>
                  <a:pt x="84" y="13"/>
                </a:moveTo>
                <a:cubicBezTo>
                  <a:pt x="74" y="1"/>
                  <a:pt x="74" y="1"/>
                  <a:pt x="74" y="1"/>
                </a:cubicBezTo>
                <a:cubicBezTo>
                  <a:pt x="73" y="1"/>
                  <a:pt x="73" y="1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0" y="2"/>
                  <a:pt x="69" y="3"/>
                  <a:pt x="69" y="4"/>
                </a:cubicBezTo>
                <a:cubicBezTo>
                  <a:pt x="69" y="10"/>
                  <a:pt x="69" y="10"/>
                  <a:pt x="69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1"/>
                  <a:pt x="59" y="1"/>
                  <a:pt x="59" y="1"/>
                </a:cubicBezTo>
                <a:cubicBezTo>
                  <a:pt x="59" y="1"/>
                  <a:pt x="59" y="0"/>
                  <a:pt x="58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5" y="1"/>
                  <a:pt x="45" y="1"/>
                </a:cubicBezTo>
                <a:cubicBezTo>
                  <a:pt x="45" y="10"/>
                  <a:pt x="45" y="10"/>
                  <a:pt x="45" y="10"/>
                </a:cubicBezTo>
                <a:cubicBezTo>
                  <a:pt x="44" y="11"/>
                  <a:pt x="44" y="12"/>
                  <a:pt x="44" y="13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4" y="23"/>
                  <a:pt x="45" y="24"/>
                </a:cubicBezTo>
                <a:cubicBezTo>
                  <a:pt x="45" y="27"/>
                  <a:pt x="45" y="27"/>
                  <a:pt x="45" y="27"/>
                </a:cubicBezTo>
                <a:cubicBezTo>
                  <a:pt x="37" y="27"/>
                  <a:pt x="37" y="27"/>
                  <a:pt x="37" y="27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0"/>
                  <a:pt x="36" y="19"/>
                  <a:pt x="34" y="18"/>
                </a:cubicBezTo>
                <a:cubicBezTo>
                  <a:pt x="34" y="18"/>
                  <a:pt x="33" y="18"/>
                  <a:pt x="32" y="18"/>
                </a:cubicBezTo>
                <a:cubicBezTo>
                  <a:pt x="31" y="18"/>
                  <a:pt x="30" y="18"/>
                  <a:pt x="29" y="18"/>
                </a:cubicBezTo>
                <a:cubicBezTo>
                  <a:pt x="3" y="30"/>
                  <a:pt x="3" y="30"/>
                  <a:pt x="3" y="30"/>
                </a:cubicBezTo>
                <a:cubicBezTo>
                  <a:pt x="1" y="31"/>
                  <a:pt x="0" y="33"/>
                  <a:pt x="0" y="34"/>
                </a:cubicBezTo>
                <a:cubicBezTo>
                  <a:pt x="0" y="36"/>
                  <a:pt x="1" y="38"/>
                  <a:pt x="3" y="38"/>
                </a:cubicBezTo>
                <a:cubicBezTo>
                  <a:pt x="29" y="50"/>
                  <a:pt x="29" y="50"/>
                  <a:pt x="29" y="50"/>
                </a:cubicBezTo>
                <a:cubicBezTo>
                  <a:pt x="29" y="51"/>
                  <a:pt x="30" y="51"/>
                  <a:pt x="31" y="51"/>
                </a:cubicBezTo>
                <a:cubicBezTo>
                  <a:pt x="32" y="51"/>
                  <a:pt x="33" y="51"/>
                  <a:pt x="34" y="50"/>
                </a:cubicBezTo>
                <a:cubicBezTo>
                  <a:pt x="36" y="50"/>
                  <a:pt x="37" y="48"/>
                  <a:pt x="37" y="47"/>
                </a:cubicBezTo>
                <a:cubicBezTo>
                  <a:pt x="37" y="42"/>
                  <a:pt x="37" y="42"/>
                  <a:pt x="37" y="42"/>
                </a:cubicBezTo>
                <a:cubicBezTo>
                  <a:pt x="45" y="42"/>
                  <a:pt x="45" y="42"/>
                  <a:pt x="45" y="42"/>
                </a:cubicBezTo>
                <a:cubicBezTo>
                  <a:pt x="45" y="85"/>
                  <a:pt x="45" y="85"/>
                  <a:pt x="45" y="85"/>
                </a:cubicBezTo>
                <a:cubicBezTo>
                  <a:pt x="45" y="86"/>
                  <a:pt x="45" y="86"/>
                  <a:pt x="46" y="86"/>
                </a:cubicBezTo>
                <a:cubicBezTo>
                  <a:pt x="58" y="86"/>
                  <a:pt x="58" y="86"/>
                  <a:pt x="58" y="86"/>
                </a:cubicBezTo>
                <a:cubicBezTo>
                  <a:pt x="59" y="86"/>
                  <a:pt x="59" y="86"/>
                  <a:pt x="59" y="85"/>
                </a:cubicBezTo>
                <a:cubicBezTo>
                  <a:pt x="59" y="41"/>
                  <a:pt x="59" y="41"/>
                  <a:pt x="59" y="41"/>
                </a:cubicBezTo>
                <a:cubicBezTo>
                  <a:pt x="61" y="41"/>
                  <a:pt x="62" y="40"/>
                  <a:pt x="62" y="38"/>
                </a:cubicBezTo>
                <a:cubicBezTo>
                  <a:pt x="62" y="30"/>
                  <a:pt x="62" y="30"/>
                  <a:pt x="62" y="30"/>
                </a:cubicBezTo>
                <a:cubicBezTo>
                  <a:pt x="62" y="29"/>
                  <a:pt x="61" y="28"/>
                  <a:pt x="59" y="27"/>
                </a:cubicBezTo>
                <a:cubicBezTo>
                  <a:pt x="59" y="25"/>
                  <a:pt x="59" y="25"/>
                  <a:pt x="59" y="25"/>
                </a:cubicBezTo>
                <a:cubicBezTo>
                  <a:pt x="69" y="25"/>
                  <a:pt x="69" y="25"/>
                  <a:pt x="69" y="25"/>
                </a:cubicBezTo>
                <a:cubicBezTo>
                  <a:pt x="69" y="30"/>
                  <a:pt x="69" y="30"/>
                  <a:pt x="69" y="30"/>
                </a:cubicBezTo>
                <a:cubicBezTo>
                  <a:pt x="69" y="31"/>
                  <a:pt x="70" y="33"/>
                  <a:pt x="71" y="33"/>
                </a:cubicBezTo>
                <a:cubicBezTo>
                  <a:pt x="71" y="34"/>
                  <a:pt x="72" y="34"/>
                  <a:pt x="73" y="34"/>
                </a:cubicBezTo>
                <a:cubicBezTo>
                  <a:pt x="73" y="34"/>
                  <a:pt x="74" y="34"/>
                  <a:pt x="74" y="33"/>
                </a:cubicBezTo>
                <a:cubicBezTo>
                  <a:pt x="84" y="21"/>
                  <a:pt x="84" y="21"/>
                  <a:pt x="84" y="21"/>
                </a:cubicBezTo>
                <a:cubicBezTo>
                  <a:pt x="85" y="21"/>
                  <a:pt x="86" y="19"/>
                  <a:pt x="86" y="17"/>
                </a:cubicBezTo>
                <a:cubicBezTo>
                  <a:pt x="86" y="16"/>
                  <a:pt x="85" y="14"/>
                  <a:pt x="84" y="13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bg1"/>
              </a:solidFill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6775877" y="1809242"/>
            <a:ext cx="502789" cy="453322"/>
            <a:chOff x="5424755" y="1340768"/>
            <a:chExt cx="670560" cy="604586"/>
          </a:xfrm>
        </p:grpSpPr>
        <p:grpSp>
          <p:nvGrpSpPr>
            <p:cNvPr id="72" name="组合 71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4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3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7440641" y="1830628"/>
            <a:ext cx="502789" cy="453322"/>
            <a:chOff x="5424755" y="1340768"/>
            <a:chExt cx="670560" cy="604586"/>
          </a:xfrm>
        </p:grpSpPr>
        <p:grpSp>
          <p:nvGrpSpPr>
            <p:cNvPr id="77" name="组合 76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79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81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8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8125676" y="1809242"/>
            <a:ext cx="502789" cy="453322"/>
            <a:chOff x="5424755" y="1340768"/>
            <a:chExt cx="670560" cy="604586"/>
          </a:xfrm>
        </p:grpSpPr>
        <p:grpSp>
          <p:nvGrpSpPr>
            <p:cNvPr id="83" name="组合 82"/>
            <p:cNvGrpSpPr/>
            <p:nvPr/>
          </p:nvGrpSpPr>
          <p:grpSpPr>
            <a:xfrm>
              <a:off x="5424755" y="1340768"/>
              <a:ext cx="670560" cy="604586"/>
              <a:chOff x="3720691" y="2824413"/>
              <a:chExt cx="1341120" cy="1209172"/>
            </a:xfrm>
          </p:grpSpPr>
          <p:sp>
            <p:nvSpPr>
              <p:cNvPr id="94" name="Freeform 5"/>
              <p:cNvSpPr/>
              <p:nvPr/>
            </p:nvSpPr>
            <p:spPr bwMode="auto">
              <a:xfrm rot="1855731">
                <a:off x="3720691" y="2824413"/>
                <a:ext cx="1341120" cy="1209172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16200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190500" dist="1143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Freeform 5"/>
              <p:cNvSpPr/>
              <p:nvPr/>
            </p:nvSpPr>
            <p:spPr bwMode="auto">
              <a:xfrm rot="1855731">
                <a:off x="3764581" y="2863367"/>
                <a:ext cx="1264630" cy="114020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gradFill>
                <a:gsLst>
                  <a:gs pos="0">
                    <a:srgbClr val="D3D3D3"/>
                  </a:gs>
                  <a:gs pos="100000">
                    <a:srgbClr val="F9F9F9"/>
                  </a:gs>
                </a:gsLst>
                <a:lin ang="21594000" scaled="0"/>
              </a:gradFill>
              <a:ln w="12700" cap="flat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68562" tIns="34281" rIns="68562" bIns="34281" numCol="1" anchor="t" anchorCtr="0" compatLnSpc="1"/>
              <a:lstStyle/>
              <a:p>
                <a:endParaRPr lang="zh-CN" altLang="en-US" sz="135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4" name="Freeform 5"/>
            <p:cNvSpPr/>
            <p:nvPr/>
          </p:nvSpPr>
          <p:spPr bwMode="auto">
            <a:xfrm rot="1855731">
              <a:off x="5470180" y="1383052"/>
              <a:ext cx="576760" cy="520015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noFill/>
            <a:ln w="9525" cap="flat">
              <a:solidFill>
                <a:srgbClr val="414455"/>
              </a:solidFill>
              <a:prstDash val="sysDash"/>
              <a:miter lim="800000"/>
            </a:ln>
            <a:effectLst/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grpSp>
        <p:nvGrpSpPr>
          <p:cNvPr id="96" name="组合 95"/>
          <p:cNvGrpSpPr>
            <a:grpSpLocks noChangeAspect="1"/>
          </p:cNvGrpSpPr>
          <p:nvPr/>
        </p:nvGrpSpPr>
        <p:grpSpPr>
          <a:xfrm>
            <a:off x="6896562" y="1929051"/>
            <a:ext cx="265649" cy="227877"/>
            <a:chOff x="5084763" y="971548"/>
            <a:chExt cx="323865" cy="277813"/>
          </a:xfrm>
          <a:solidFill>
            <a:srgbClr val="414455"/>
          </a:solidFill>
        </p:grpSpPr>
        <p:sp>
          <p:nvSpPr>
            <p:cNvPr id="97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98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99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bg1"/>
                </a:solidFill>
              </a:endParaRPr>
            </a:p>
          </p:txBody>
        </p:sp>
      </p:grpSp>
      <p:sp>
        <p:nvSpPr>
          <p:cNvPr id="100" name="Freeform 9"/>
          <p:cNvSpPr>
            <a:spLocks noEditPoints="1"/>
          </p:cNvSpPr>
          <p:nvPr/>
        </p:nvSpPr>
        <p:spPr bwMode="auto">
          <a:xfrm rot="19469485">
            <a:off x="7546084" y="1906136"/>
            <a:ext cx="283701" cy="302301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bg1"/>
              </a:solidFill>
            </a:endParaRPr>
          </a:p>
        </p:txBody>
      </p:sp>
      <p:sp>
        <p:nvSpPr>
          <p:cNvPr id="101" name="Freeform 206"/>
          <p:cNvSpPr>
            <a:spLocks noChangeAspect="1" noEditPoints="1"/>
          </p:cNvSpPr>
          <p:nvPr/>
        </p:nvSpPr>
        <p:spPr bwMode="auto">
          <a:xfrm>
            <a:off x="8264982" y="1900379"/>
            <a:ext cx="228407" cy="276096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rgbClr val="414455"/>
          </a:soli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4862204" y="2550874"/>
            <a:ext cx="2210811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1416" tIns="25708" rIns="51416" bIns="25708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ROBOMASTER 2024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57265" y="5248275"/>
            <a:ext cx="290195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b="1" dirty="0">
                <a:solidFill>
                  <a:schemeClr val="bg1"/>
                </a:solidFill>
              </a:rPr>
              <a:t>2024</a:t>
            </a:r>
            <a:r>
              <a:rPr lang="zh-CN" altLang="en-US" sz="3000" b="1" dirty="0">
                <a:solidFill>
                  <a:schemeClr val="bg1"/>
                </a:solidFill>
              </a:rPr>
              <a:t>年</a:t>
            </a:r>
            <a:r>
              <a:rPr lang="en-US" altLang="zh-CN" sz="3000" b="1" dirty="0">
                <a:solidFill>
                  <a:schemeClr val="bg1"/>
                </a:solidFill>
              </a:rPr>
              <a:t>12</a:t>
            </a:r>
            <a:r>
              <a:rPr lang="zh-CN" altLang="en-US" sz="3000" b="1" dirty="0">
                <a:solidFill>
                  <a:schemeClr val="bg1"/>
                </a:solidFill>
              </a:rPr>
              <a:t>月</a:t>
            </a:r>
            <a:r>
              <a:rPr lang="en-US" altLang="zh-CN" sz="3000" b="1" dirty="0">
                <a:solidFill>
                  <a:schemeClr val="bg1"/>
                </a:solidFill>
              </a:rPr>
              <a:t>1</a:t>
            </a:r>
            <a:r>
              <a:rPr lang="zh-CN" altLang="en-US" sz="3000" b="1" dirty="0">
                <a:solidFill>
                  <a:schemeClr val="bg1"/>
                </a:solidFill>
              </a:rPr>
              <a:t>日</a:t>
            </a:r>
            <a:endParaRPr lang="zh-CN" altLang="en-US" sz="3000" b="1" dirty="0">
              <a:solidFill>
                <a:schemeClr val="bg1"/>
              </a:solidFill>
            </a:endParaRPr>
          </a:p>
        </p:txBody>
      </p:sp>
      <p:pic>
        <p:nvPicPr>
          <p:cNvPr id="3" name="图片 2" descr="63f666859cf7453eb2d2e7f4689439ff"/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4200" y="582295"/>
            <a:ext cx="1279525" cy="1355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53" grpId="0" bldLvl="0" animBg="1"/>
      <p:bldP spid="54" grpId="0" bldLvl="0" animBg="1"/>
      <p:bldP spid="56" grpId="0"/>
      <p:bldP spid="58" grpId="0"/>
      <p:bldP spid="64" grpId="0" bldLvl="0" animBg="1"/>
      <p:bldP spid="70" grpId="0" bldLvl="0" animBg="1"/>
      <p:bldP spid="100" grpId="0" bldLvl="0" animBg="1"/>
      <p:bldP spid="101" grpId="0" bldLvl="0" animBg="1"/>
      <p:bldP spid="103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409.2535433070866,&quot;left&quot;:128.02,&quot;top&quot;:86.57787401574804,&quot;width&quot;:607.5300000000001}"/>
</p:tagLst>
</file>

<file path=ppt/tags/tag2.xml><?xml version="1.0" encoding="utf-8"?>
<p:tagLst xmlns:p="http://schemas.openxmlformats.org/presentationml/2006/main">
  <p:tag name="KSO_WM_DIAGRAM_VIRTUALLY_FRAME" val="{&quot;height&quot;:409.2535433070866,&quot;left&quot;:128.02,&quot;top&quot;:86.57787401574804,&quot;width&quot;:607.5300000000001}"/>
</p:tagLst>
</file>

<file path=ppt/tags/tag3.xml><?xml version="1.0" encoding="utf-8"?>
<p:tagLst xmlns:p="http://schemas.openxmlformats.org/presentationml/2006/main">
  <p:tag name="KSO_WM_DIAGRAM_VIRTUALLY_FRAME" val="{&quot;height&quot;:409.2535433070866,&quot;left&quot;:128.02,&quot;top&quot;:86.57787401574804,&quot;width&quot;:607.5300000000001}"/>
</p:tagLst>
</file>

<file path=ppt/tags/tag4.xml><?xml version="1.0" encoding="utf-8"?>
<p:tagLst xmlns:p="http://schemas.openxmlformats.org/presentationml/2006/main">
  <p:tag name="KSO_WM_DIAGRAM_VIRTUALLY_FRAME" val="{&quot;height&quot;:409.2535433070866,&quot;left&quot;:128.02,&quot;top&quot;:86.57787401574804,&quot;width&quot;:607.5300000000001}"/>
</p:tagLst>
</file>

<file path=ppt/tags/tag5.xml><?xml version="1.0" encoding="utf-8"?>
<p:tagLst xmlns:p="http://schemas.openxmlformats.org/presentationml/2006/main">
  <p:tag name="KSO_WM_DIAGRAM_VIRTUALLY_FRAME" val="{&quot;height&quot;:409.2535433070866,&quot;left&quot;:128.02,&quot;top&quot;:86.57787401574804,&quot;width&quot;:607.5300000000001}"/>
</p:tagLst>
</file>

<file path=ppt/tags/tag6.xml><?xml version="1.0" encoding="utf-8"?>
<p:tagLst xmlns:p="http://schemas.openxmlformats.org/presentationml/2006/main">
  <p:tag name="KSO_WM_DIAGRAM_VIRTUALLY_FRAME" val="{&quot;height&quot;:409.2535433070866,&quot;left&quot;:128.02,&quot;top&quot;:86.57787401574804,&quot;width&quot;:607.5300000000001}"/>
</p:tagLst>
</file>

<file path=ppt/tags/tag7.xml><?xml version="1.0" encoding="utf-8"?>
<p:tagLst xmlns:p="http://schemas.openxmlformats.org/presentationml/2006/main">
  <p:tag name="KSO_WM_DIAGRAM_VIRTUALLY_FRAME" val="{&quot;height&quot;:409.2535433070866,&quot;left&quot;:128.02,&quot;top&quot;:86.57787401574804,&quot;width&quot;:607.5300000000001}"/>
</p:tagLst>
</file>

<file path=ppt/tags/tag8.xml><?xml version="1.0" encoding="utf-8"?>
<p:tagLst xmlns:p="http://schemas.openxmlformats.org/presentationml/2006/main">
  <p:tag name="KSO_WM_DIAGRAM_VIRTUALLY_FRAME" val="{&quot;height&quot;:409.2535433070866,&quot;left&quot;:128.02,&quot;top&quot;:86.57787401574804,&quot;width&quot;:607.5300000000001}"/>
</p:tagLst>
</file>

<file path=ppt/tags/tag9.xml><?xml version="1.0" encoding="utf-8"?>
<p:tagLst xmlns:p="http://schemas.openxmlformats.org/presentationml/2006/main">
  <p:tag name="KSO_WM_DIAGRAM_VIRTUALLY_FRAME" val="{&quot;height&quot;:409.2535433070866,&quot;left&quot;:128.02,&quot;top&quot;:86.57787401574804,&quot;width&quot;:607.5300000000001}"/>
</p:tagLst>
</file>

<file path=ppt/tags/tag10.xml><?xml version="1.0" encoding="utf-8"?>
<p:tagLst xmlns:p="http://schemas.openxmlformats.org/presentationml/2006/main">
  <p:tag name="KSO_WM_DIAGRAM_VIRTUALLY_FRAME" val="{&quot;height&quot;:409.2535433070866,&quot;left&quot;:128.02,&quot;top&quot;:86.57787401574804,&quot;width&quot;:607.5300000000001}"/>
</p:tagLst>
</file>

<file path=ppt/tags/tag11.xml><?xml version="1.0" encoding="utf-8"?>
<p:tagLst xmlns:p="http://schemas.openxmlformats.org/presentationml/2006/main">
  <p:tag name="KSO_WM_DIAGRAM_VIRTUALLY_FRAME" val="{&quot;height&quot;:409.2535433070866,&quot;left&quot;:128.02,&quot;top&quot;:86.57787401574804,&quot;width&quot;:607.5300000000001}"/>
</p:tagLst>
</file>

<file path=ppt/tags/tag12.xml><?xml version="1.0" encoding="utf-8"?>
<p:tagLst xmlns:p="http://schemas.openxmlformats.org/presentationml/2006/main">
  <p:tag name="KSO_WM_DIAGRAM_VIRTUALLY_FRAME" val="{&quot;height&quot;:409.2535433070866,&quot;left&quot;:128.02,&quot;top&quot;:86.57787401574804,&quot;width&quot;:607.5300000000001}"/>
</p:tagLst>
</file>

<file path=ppt/tags/tag13.xml><?xml version="1.0" encoding="utf-8"?>
<p:tagLst xmlns:p="http://schemas.openxmlformats.org/presentationml/2006/main">
  <p:tag name="KSO_WM_DIAGRAM_VIRTUALLY_FRAME" val="{&quot;height&quot;:409.2535433070866,&quot;left&quot;:128.02,&quot;top&quot;:86.57787401574804,&quot;width&quot;:607.5300000000001}"/>
</p:tagLst>
</file>

<file path=ppt/tags/tag14.xml><?xml version="1.0" encoding="utf-8"?>
<p:tagLst xmlns:p="http://schemas.openxmlformats.org/presentationml/2006/main">
  <p:tag name="KSO_WM_DIAGRAM_VIRTUALLY_FRAME" val="{&quot;height&quot;:409.2535433070866,&quot;left&quot;:128.02,&quot;top&quot;:86.57787401574804,&quot;width&quot;:607.5300000000001}"/>
</p:tagLst>
</file>

<file path=ppt/tags/tag15.xml><?xml version="1.0" encoding="utf-8"?>
<p:tagLst xmlns:p="http://schemas.openxmlformats.org/presentationml/2006/main">
  <p:tag name="KSO_WM_DIAGRAM_VIRTUALLY_FRAME" val="{&quot;height&quot;:409.2535433070866,&quot;left&quot;:128.02,&quot;top&quot;:86.57787401574804,&quot;width&quot;:607.5300000000001}"/>
</p:tagLst>
</file>

<file path=ppt/tags/tag16.xml><?xml version="1.0" encoding="utf-8"?>
<p:tagLst xmlns:p="http://schemas.openxmlformats.org/presentationml/2006/main">
  <p:tag name="KSO_WM_DIAGRAM_VIRTUALLY_FRAME" val="{&quot;height&quot;:409.2535433070866,&quot;left&quot;:128.02,&quot;top&quot;:86.57787401574804,&quot;width&quot;:607.5300000000001}"/>
</p:tagLst>
</file>

<file path=ppt/tags/tag17.xml><?xml version="1.0" encoding="utf-8"?>
<p:tagLst xmlns:p="http://schemas.openxmlformats.org/presentationml/2006/main">
  <p:tag name="ISPRING_PRESENTATION_TITLE" val="7357.pptx"/>
  <p:tag name="commondata" val="eyJoZGlkIjoiNGFmZDE0NTgyMDM1MDlhNGQxYWUwNGY0YWUzZjliN2EifQ=="/>
  <p:tag name="KSO_WPP_MARK_KEY" val="a3f3cda9-72de-432f-81e3-9158f950debd"/>
  <p:tag name="COMMONDATA" val="eyJoZGlkIjoiMDg2ZDBlODFmYzk2Y2Q5NGQ2M2E0Nzg2MDgyYjVjYjYifQ=="/>
</p:tagLst>
</file>

<file path=ppt/theme/theme1.xml><?xml version="1.0" encoding="utf-8"?>
<a:theme xmlns:a="http://schemas.openxmlformats.org/drawingml/2006/main" name="Office 主题">
  <a:themeElements>
    <a:clrScheme name="学术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2339</Words>
  <Application>WPS 演示</Application>
  <PresentationFormat>全屏显示(4:3)</PresentationFormat>
  <Paragraphs>367</Paragraphs>
  <Slides>27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幼圆</vt:lpstr>
      <vt:lpstr>Times New Roman</vt:lpstr>
      <vt:lpstr>Calibri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7357.pptx</dc:title>
  <dc:creator/>
  <cp:lastModifiedBy>WPS_1698456428</cp:lastModifiedBy>
  <cp:revision>57</cp:revision>
  <dcterms:created xsi:type="dcterms:W3CDTF">2017-07-09T13:36:00Z</dcterms:created>
  <dcterms:modified xsi:type="dcterms:W3CDTF">2024-12-07T07:06:12Z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9685334CB91C4EE8BC7C7C56A7C17CE0</vt:lpwstr>
  </property>
  <property fmtid="{D5CDD505-2E9C-101B-9397-08002B2CF9AE}" pid="3" name="KSOProductBuildVer">
    <vt:lpwstr>2052-11.1.0.12165</vt:lpwstr>
  </property>
</Properties>
</file>